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D1D1B"/>
    <a:srgbClr val="FFFFFF"/>
    <a:srgbClr val="131314"/>
    <a:srgbClr val="3B3B3B"/>
    <a:srgbClr val="1C1C1C"/>
    <a:srgbClr val="060709"/>
    <a:srgbClr val="1B1B1B"/>
    <a:srgbClr val="0E0E0E"/>
    <a:srgbClr val="393A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79" autoAdjust="0"/>
  </p:normalViewPr>
  <p:slideViewPr>
    <p:cSldViewPr snapToGrid="0">
      <p:cViewPr varScale="1">
        <p:scale>
          <a:sx n="93" d="100"/>
          <a:sy n="93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B0EF9-F531-FFE5-B3B1-1113A5155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2901B0-7EF3-2A0A-3546-DE345D410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25A83-1C73-534C-BD08-DFDA7B83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E619B3-A70E-CEBD-CE02-A901541A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69B94-5690-BE95-D1C6-88060F02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380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BF578-F363-2512-55CE-35D71F72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92B310-A0F6-CEAE-4FC9-45F3B6F9E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8BC6E2-C366-16FD-08A4-51AFF149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B308CB-10BD-294C-9206-38185038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D3944C-E8D9-2FE3-4CF9-E9BB393C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14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A1ECB-E733-CD9F-DE7C-4EBC7083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C6AF3D-ED63-1F9A-1FC5-99B806B10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5F6B00-79EB-E38A-10B5-993B412A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140ACB-A5F1-E9F9-B289-D75DAC71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7CD1FE-4BB0-6C1E-D907-9EEFF7ED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81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A1017-D280-8020-4336-7D53EFB1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7DE75B-08A5-E2C4-D1BF-33B23F843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56B8481-177F-B2EE-DB21-E98FEAECC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4F1707-F9E2-FD2E-7F86-C87D6F5F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8ADBB8-2FF4-CDA2-979F-7824E58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79185B-A8C3-C1F1-2CD4-2C52B0D9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7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0D1B9-3D6A-D0AB-7D48-AECF935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68A972-05F4-1935-5FEC-CC6D7FA8B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27AF89-EFA3-F6C5-F8F0-0D8E49579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8B23D-2E75-D108-77E4-4F40231CF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F3D760-AD40-2634-66D7-40EDECC8B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0F9CD1-4633-5C71-E8D7-D788DFEC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9A21348-B054-1A33-1537-731386A8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86862D-50DC-009A-F2AE-FFC7BD23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93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2EE25-2366-4626-A620-C861377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24E726-6498-6858-EBB0-15238FFB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CE78AD-1788-F01F-BC75-933101EE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8C2733-49D8-2A9B-110F-767648ED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78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768E0E-B585-E69E-86FB-E6B39A209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AE6C3D-D590-97A8-9984-881F6382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09FFE-FCFA-97C0-F4E6-913D7741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65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42584-B576-2C07-8EA2-4AE2FE23A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2968E-00A2-96DB-0165-E26E023C3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3EBD1D-C7F2-BBEE-C139-9F85E5BB5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A7D170-32B4-821E-9415-D897B125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0A8717-7C4E-02B3-2F48-FABFFBCF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C793CF-6750-E65E-9153-8AD087C1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DA3D2-226E-CA37-B553-FD74BF19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59FC18-EDBD-CE21-D50C-81555A164E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2DB7E9-AD5C-7289-5A2E-C6D4327E8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712C8A-61C9-4E9A-F108-543C9ED8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D39BAA-0B44-7BF7-E9F3-6AA7899F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0D8A0-FA03-AC07-D1F4-174DCAEA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87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5BD6A5-A9BA-C867-99A7-FE918555B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B49D59-75B3-66BC-6D34-8621EE4FD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3A0B09-3804-9AE8-72CA-53783861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684819-C58B-6032-5BEF-A884CFBD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24CE42-FBC2-29DC-0353-8A7BC8A3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8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2DF47B-FCC6-D77B-15FA-68E4CBB95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A77169-B148-1E69-7D77-04870D25C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E0587-5E8E-2926-1820-EC4C3521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24B669-9A15-A226-E8C8-2F53786A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A9DF5-EE90-BAD7-5D6E-AA2386CD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70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87BCB3-A3BB-68F4-D1E5-E0D58C7F6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378120-B7C6-C06C-30A8-FE76D8F5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AE863A-D45B-D3FF-C171-F0BF62D06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EC37B-A854-4464-B717-C88ACEC58E07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024FA7-48B8-4126-ADB1-40192CC1E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397E8D-CC99-D131-34F1-DF229DFC6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BC1D9D-27A4-4DAD-83B4-C11D08DC58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302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E52C-1B2B-2857-0F6F-9A4476320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37B1A07-0998-A145-E8AA-BB0E17DB8B47}"/>
              </a:ext>
            </a:extLst>
          </p:cNvPr>
          <p:cNvSpPr/>
          <p:nvPr/>
        </p:nvSpPr>
        <p:spPr>
          <a:xfrm>
            <a:off x="175563" y="954545"/>
            <a:ext cx="8408504" cy="5598171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CA143E9-DAC4-0D50-322D-1D03D725F959}"/>
              </a:ext>
            </a:extLst>
          </p:cNvPr>
          <p:cNvGrpSpPr/>
          <p:nvPr/>
        </p:nvGrpSpPr>
        <p:grpSpPr>
          <a:xfrm>
            <a:off x="8021479" y="1234165"/>
            <a:ext cx="324000" cy="135835"/>
            <a:chOff x="4383157" y="1133061"/>
            <a:chExt cx="324000" cy="13583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383D5D91-8E3F-3015-F6FD-F04E241AEEAA}"/>
                </a:ext>
              </a:extLst>
            </p:cNvPr>
            <p:cNvCxnSpPr>
              <a:cxnSpLocks/>
            </p:cNvCxnSpPr>
            <p:nvPr/>
          </p:nvCxnSpPr>
          <p:spPr>
            <a:xfrm>
              <a:off x="4383157" y="1133061"/>
              <a:ext cx="324000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9448522C-E36F-6FA8-8FA2-F4629F1CDD4A}"/>
                </a:ext>
              </a:extLst>
            </p:cNvPr>
            <p:cNvCxnSpPr>
              <a:cxnSpLocks/>
            </p:cNvCxnSpPr>
            <p:nvPr/>
          </p:nvCxnSpPr>
          <p:spPr>
            <a:xfrm>
              <a:off x="4383157" y="1268896"/>
              <a:ext cx="324000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A2888DB-1B8D-2398-D0EC-E520936F724C}"/>
              </a:ext>
            </a:extLst>
          </p:cNvPr>
          <p:cNvSpPr txBox="1"/>
          <p:nvPr/>
        </p:nvSpPr>
        <p:spPr>
          <a:xfrm>
            <a:off x="4078064" y="4691934"/>
            <a:ext cx="3943415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본사</a:t>
            </a:r>
            <a:endParaRPr lang="en-US" altLang="ko-KR" sz="10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서울시 송파구 </a:t>
            </a:r>
            <a:r>
              <a:rPr lang="ko-KR" altLang="en-US" sz="1000" dirty="0" err="1">
                <a:solidFill>
                  <a:schemeClr val="bg1"/>
                </a:solidFill>
                <a:latin typeface="+mn-ea"/>
              </a:rPr>
              <a:t>법원로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114 </a:t>
            </a:r>
            <a:r>
              <a:rPr lang="ko-KR" altLang="en-US" sz="1000" dirty="0" err="1">
                <a:solidFill>
                  <a:schemeClr val="bg1"/>
                </a:solidFill>
                <a:latin typeface="+mn-ea"/>
              </a:rPr>
              <a:t>엠스테이트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B-604</a:t>
            </a:r>
          </a:p>
          <a:p>
            <a:pPr>
              <a:spcBef>
                <a:spcPts val="300"/>
              </a:spcBef>
            </a:pPr>
            <a:endParaRPr lang="en-US" altLang="ko-KR" sz="1000" b="0" i="0" dirty="0">
              <a:solidFill>
                <a:schemeClr val="bg1"/>
              </a:solidFill>
              <a:effectLst/>
              <a:latin typeface="+mn-ea"/>
            </a:endParaRPr>
          </a:p>
          <a:p>
            <a:pPr>
              <a:spcBef>
                <a:spcPts val="300"/>
              </a:spcBef>
            </a:pPr>
            <a:endParaRPr lang="en-US" altLang="ko-KR" sz="10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ko-KR" altLang="en-US" sz="1000" b="1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ea"/>
              </a:rPr>
              <a:t>양재 오피스</a:t>
            </a:r>
            <a:endParaRPr lang="en-US" altLang="ko-KR" sz="1000" b="1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ko-KR" altLang="en-US" sz="1000">
                <a:solidFill>
                  <a:schemeClr val="bg1"/>
                </a:solidFill>
                <a:latin typeface="+mn-ea"/>
              </a:rPr>
              <a:t>서울시 서초구 서운로 </a:t>
            </a:r>
            <a:r>
              <a:rPr lang="en-US" altLang="ko-KR" sz="1000">
                <a:solidFill>
                  <a:schemeClr val="bg1"/>
                </a:solidFill>
                <a:latin typeface="+mn-ea"/>
              </a:rPr>
              <a:t>20 </a:t>
            </a:r>
            <a:endParaRPr lang="en-US" altLang="ko-KR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F15828-EF4F-91E0-43A8-487BDA1B3FC3}"/>
              </a:ext>
            </a:extLst>
          </p:cNvPr>
          <p:cNvSpPr txBox="1"/>
          <p:nvPr/>
        </p:nvSpPr>
        <p:spPr>
          <a:xfrm>
            <a:off x="1212973" y="4691934"/>
            <a:ext cx="2206127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General Inquiries</a:t>
            </a:r>
          </a:p>
          <a:p>
            <a:pPr>
              <a:spcBef>
                <a:spcPts val="300"/>
              </a:spcBef>
            </a:pP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jwp_admin@jwinpartners.com</a:t>
            </a:r>
          </a:p>
          <a:p>
            <a:pPr>
              <a:spcBef>
                <a:spcPts val="300"/>
              </a:spcBef>
            </a:pPr>
            <a:endParaRPr lang="en-US" altLang="ko-KR" sz="1000" dirty="0">
              <a:solidFill>
                <a:schemeClr val="bg1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endParaRPr lang="en-US" altLang="ko-KR" sz="1000" dirty="0">
              <a:solidFill>
                <a:schemeClr val="bg1"/>
              </a:solidFill>
              <a:latin typeface="+mn-ea"/>
            </a:endParaRPr>
          </a:p>
          <a:p>
            <a:pPr>
              <a:spcBef>
                <a:spcPts val="300"/>
              </a:spcBef>
            </a:pPr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Tel.</a:t>
            </a:r>
          </a:p>
          <a:p>
            <a:pPr>
              <a:spcBef>
                <a:spcPts val="300"/>
              </a:spcBef>
            </a:pPr>
            <a:r>
              <a:rPr lang="en-US" altLang="ko-KR" sz="1000" b="0" i="0" dirty="0">
                <a:solidFill>
                  <a:schemeClr val="bg1"/>
                </a:solidFill>
                <a:effectLst/>
                <a:latin typeface="+mn-ea"/>
              </a:rPr>
              <a:t>(02) 402-6280</a:t>
            </a:r>
            <a:endParaRPr lang="en-US" altLang="ko-KR" sz="10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5E816F-7E69-EDDC-107F-5CCFDEE98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05" y="3734592"/>
            <a:ext cx="2816402" cy="60916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D8C58B4-7292-B9F3-C34C-21BF65223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66" y="1055586"/>
            <a:ext cx="1651278" cy="3571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4D58D03-75D3-03EC-C6D4-81CF8D9F5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479" y="4767483"/>
            <a:ext cx="3198089" cy="197816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D7A9378-E4FC-C6FE-84CE-4D16421E9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72" y="3211412"/>
            <a:ext cx="3117313" cy="226468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E056BF9-902A-D7C5-A7E5-7FD79209F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72" y="241690"/>
            <a:ext cx="3020830" cy="291091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245F8C5-163C-3E2D-D9DB-FDE99EA293A7}"/>
              </a:ext>
            </a:extLst>
          </p:cNvPr>
          <p:cNvSpPr/>
          <p:nvPr/>
        </p:nvSpPr>
        <p:spPr>
          <a:xfrm>
            <a:off x="175563" y="157562"/>
            <a:ext cx="1848254" cy="528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rgbClr val="FF0000"/>
                </a:solidFill>
              </a:rPr>
              <a:t>No.3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297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31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jeeyoun lee</dc:creator>
  <cp:lastModifiedBy>byungchul Hwang</cp:lastModifiedBy>
  <cp:revision>17</cp:revision>
  <dcterms:created xsi:type="dcterms:W3CDTF">2024-12-24T06:15:04Z</dcterms:created>
  <dcterms:modified xsi:type="dcterms:W3CDTF">2026-06-23T07:02:43Z</dcterms:modified>
</cp:coreProperties>
</file>