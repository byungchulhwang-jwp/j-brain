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9" r:id="rId1"/>
    <p:sldMasterId id="2147483837" r:id="rId2"/>
  </p:sldMasterIdLst>
  <p:notesMasterIdLst>
    <p:notesMasterId r:id="rId15"/>
  </p:notesMasterIdLst>
  <p:handoutMasterIdLst>
    <p:handoutMasterId r:id="rId16"/>
  </p:handoutMasterIdLst>
  <p:sldIdLst>
    <p:sldId id="1739" r:id="rId3"/>
    <p:sldId id="2006" r:id="rId4"/>
    <p:sldId id="2007" r:id="rId5"/>
    <p:sldId id="1959" r:id="rId6"/>
    <p:sldId id="2022" r:id="rId7"/>
    <p:sldId id="2014" r:id="rId8"/>
    <p:sldId id="2021" r:id="rId9"/>
    <p:sldId id="2016" r:id="rId10"/>
    <p:sldId id="2020" r:id="rId11"/>
    <p:sldId id="2012" r:id="rId12"/>
    <p:sldId id="2018" r:id="rId13"/>
    <p:sldId id="1613" r:id="rId14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39" userDrawn="1">
          <p15:clr>
            <a:srgbClr val="A4A3A4"/>
          </p15:clr>
        </p15:guide>
        <p15:guide id="3" orient="horz" pos="288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pos="6136" userDrawn="1">
          <p15:clr>
            <a:srgbClr val="A4A3A4"/>
          </p15:clr>
        </p15:guide>
        <p15:guide id="7" orient="horz" pos="686" userDrawn="1">
          <p15:clr>
            <a:srgbClr val="A4A3A4"/>
          </p15:clr>
        </p15:guide>
        <p15:guide id="9" pos="5388" userDrawn="1">
          <p15:clr>
            <a:srgbClr val="A4A3A4"/>
          </p15:clr>
        </p15:guide>
        <p15:guide id="10" pos="240" userDrawn="1">
          <p15:clr>
            <a:srgbClr val="A4A3A4"/>
          </p15:clr>
        </p15:guide>
        <p15:guide id="11" orient="horz" pos="10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B8DA"/>
    <a:srgbClr val="FDFAF5"/>
    <a:srgbClr val="CB7121"/>
    <a:srgbClr val="6549A8"/>
    <a:srgbClr val="8D7DC3"/>
    <a:srgbClr val="FAF8FE"/>
    <a:srgbClr val="337331"/>
    <a:srgbClr val="83A27F"/>
    <a:srgbClr val="DFE7DD"/>
    <a:srgbClr val="FA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0" autoAdjust="0"/>
    <p:restoredTop sz="85099" autoAdjust="0"/>
  </p:normalViewPr>
  <p:slideViewPr>
    <p:cSldViewPr snapToGrid="0" snapToObjects="1">
      <p:cViewPr varScale="1">
        <p:scale>
          <a:sx n="123" d="100"/>
          <a:sy n="123" d="100"/>
        </p:scale>
        <p:origin x="1656" y="184"/>
      </p:cViewPr>
      <p:guideLst>
        <p:guide pos="2939"/>
        <p:guide orient="horz" pos="2886"/>
        <p:guide orient="horz" pos="3974"/>
        <p:guide pos="149"/>
        <p:guide pos="6136"/>
        <p:guide orient="horz" pos="686"/>
        <p:guide pos="5388"/>
        <p:guide pos="240"/>
        <p:guide orient="horz" pos="10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0446"/>
    </p:cViewPr>
  </p:sorterViewPr>
  <p:notesViewPr>
    <p:cSldViewPr snapToGrid="0" snapToObjects="1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9CF5CD-48D2-74B8-BB11-BC7D5BE7C1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DD8C47-55DF-2C69-0ED6-D52F890700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EA5F86D6-4185-447E-9F64-044A64854CAF}" type="datetimeFigureOut">
              <a:rPr lang="ko-KR" altLang="en-US" smtClean="0"/>
              <a:t>2026. 7. 10.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4EC696-8B1D-5609-060D-A3C2D9B71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F4D7E3-FB1F-DB1F-83EB-20D26DF02A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F77B5310-9060-432B-A861-5398F90B2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495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 b="0" i="0">
                <a:latin typeface="NanumSquare" panose="020B0600000101010101" pitchFamily="34" charset="-127"/>
              </a:defRPr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 b="0" i="0">
                <a:latin typeface="NanumSquare" panose="020B0600000101010101" pitchFamily="34" charset="-127"/>
              </a:defRPr>
            </a:lvl1pPr>
          </a:lstStyle>
          <a:p>
            <a:fld id="{00AFC546-0F00-704B-8A49-AE4DF9356752}" type="datetimeFigureOut">
              <a:rPr kumimoji="1" lang="x-none" altLang="en-US" smtClean="0"/>
              <a:pPr/>
              <a:t>2026. 7. 10.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 b="0" i="0">
                <a:latin typeface="NanumSquare" panose="020B0600000101010101" pitchFamily="34" charset="-127"/>
              </a:defRPr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 b="0" i="0">
                <a:latin typeface="NanumSquare" panose="020B0600000101010101" pitchFamily="34" charset="-127"/>
              </a:defRPr>
            </a:lvl1pPr>
          </a:lstStyle>
          <a:p>
            <a:fld id="{3DE86B53-B95B-3345-92EE-800131A4C7EE}" type="slidenum">
              <a:rPr kumimoji="1" lang="x-none" altLang="en-US" smtClean="0"/>
              <a:pPr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32919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86B53-B95B-3345-92EE-800131A4C7EE}" type="slidenum">
              <a:rPr kumimoji="1" lang="x-none" altLang="en-US" smtClean="0"/>
              <a:pPr/>
              <a:t>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7841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0C68-B294-3764-0224-B61BBF6E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EEB4F8-1907-436F-1BD0-06F6270DC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A4CA13-56EF-9631-D238-FA6348B14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6306A-6389-8419-A1D1-E9B156F93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31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2E08-C05B-21AC-ADA3-65E50193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2F673A-8701-13FE-064F-0902A523C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5FDC8-2E04-8D7E-EE7A-17151101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8F00F-3228-D897-7FE3-CB6CE3D36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66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22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F04B-D8D4-8EE6-1399-9B4AB71D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D6C2FC-DE0B-CF88-60A6-EBBF6C1B7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43469-8E51-D8E1-AD73-C54810E76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E510C-62CC-50C7-6976-4216B0E3F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98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B757-8DF8-D846-1101-47928A61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A89128-FF5F-3D2B-391D-8B310DC64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B7D32E-84C8-EEDF-4372-A217FE6A0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81137-5CD8-C629-6BC0-7E62DC67B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970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209FD-C427-5F4A-7983-0C839E69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0AF0D-B364-770B-DC06-335FFA29E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73B6D-93A4-3687-98C8-C85CD6456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87E62-22EC-687C-1D2C-DFF5A484E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742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2AD3-20FA-BEF0-F6F4-02C7BEED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2EB695-B1C6-399C-9C58-A432C814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23F91D-1460-D2C7-95AA-0398E3F0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4EB3A-74C6-61BD-9E99-F07AEEE88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261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7208-08DB-7748-946F-489438AA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F25D1F-5260-2CD0-B763-EB8F3DE5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15B294-ED8D-D839-43B4-6688042D5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5DD03-358D-313C-4D6B-392F4B678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337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95B3-2BBC-9175-CC97-8A638996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695CF0-29D1-6797-5D29-4AD47F881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D4149F-B2E9-1EDC-0564-2D59F3E7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B99783-F8A5-51F0-C369-41B7FDAAA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777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point.yesform.com/" TargetMode="External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point.yesform.com/" TargetMode="External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BE84894-CEE6-17DF-9650-CCDAE57D8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D257E1-931D-BCA3-66F4-282A9EB2EE39}"/>
              </a:ext>
            </a:extLst>
          </p:cNvPr>
          <p:cNvSpPr txBox="1"/>
          <p:nvPr userDrawn="1"/>
        </p:nvSpPr>
        <p:spPr>
          <a:xfrm>
            <a:off x="2476500" y="324433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C96E4-7DD9-9276-FA15-2A4A8A3629CB}"/>
              </a:ext>
            </a:extLst>
          </p:cNvPr>
          <p:cNvSpPr txBox="1"/>
          <p:nvPr userDrawn="1"/>
        </p:nvSpPr>
        <p:spPr>
          <a:xfrm>
            <a:off x="2476500" y="324433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">
    <p:bg>
      <p:bgPr>
        <a:solidFill>
          <a:srgbClr val="003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271E72-68DF-4092-888B-137EB3500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51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TITLE">
    <p:bg>
      <p:bgPr>
        <a:solidFill>
          <a:srgbClr val="266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7F4E169-9E2D-6344-A317-0D4A628C93B8}"/>
              </a:ext>
            </a:extLst>
          </p:cNvPr>
          <p:cNvCxnSpPr>
            <a:cxnSpLocks/>
          </p:cNvCxnSpPr>
          <p:nvPr userDrawn="1"/>
        </p:nvCxnSpPr>
        <p:spPr>
          <a:xfrm>
            <a:off x="0" y="2922104"/>
            <a:ext cx="753386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30000">
                  <a:schemeClr val="bg1">
                    <a:lumMod val="95000"/>
                    <a:alpha val="7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F94C4-4FBA-44F2-BFCD-E8CF79C607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22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25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27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-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현황</a:t>
            </a:r>
            <a:endParaRPr lang="en-US" sz="900" b="1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9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32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35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01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인력 및 조직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2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24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6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0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FAB67B5-262E-4473-840B-9F96A5F7D3BE}"/>
              </a:ext>
            </a:extLst>
          </p:cNvPr>
          <p:cNvSpPr/>
          <p:nvPr/>
        </p:nvSpPr>
        <p:spPr>
          <a:xfrm>
            <a:off x="9481541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Ⅵ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사업수행 방안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3" name="그림 3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sp>
        <p:nvSpPr>
          <p:cNvPr id="25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7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pic>
        <p:nvPicPr>
          <p:cNvPr id="34" name="Image 2" descr="gen-dedup-e0990f6be96fbeda1782a0e2f0ec67ac.png"/>
          <p:cNvPicPr>
            <a:picLocks noChangeAspect="1"/>
          </p:cNvPicPr>
          <p:nvPr userDrawn="1"/>
        </p:nvPicPr>
        <p:blipFill>
          <a:blip r:embed="rId4"/>
          <a:srcRect l="-2083" r="-2083"/>
          <a:stretch/>
        </p:blipFill>
        <p:spPr>
          <a:xfrm>
            <a:off x="0" y="6391656"/>
            <a:ext cx="9905695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장애 및 보안 관리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지원 사항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5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7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847" name="그룹 846">
            <a:extLst>
              <a:ext uri="{FF2B5EF4-FFF2-40B4-BE49-F238E27FC236}">
                <a16:creationId xmlns:a16="http://schemas.microsoft.com/office/drawing/2014/main" id="{9174D344-C999-4348-8B95-AF9963C93369}"/>
              </a:ext>
            </a:extLst>
          </p:cNvPr>
          <p:cNvGrpSpPr/>
          <p:nvPr userDrawn="1"/>
        </p:nvGrpSpPr>
        <p:grpSpPr>
          <a:xfrm>
            <a:off x="5859104" y="9917880"/>
            <a:ext cx="766355" cy="348545"/>
            <a:chOff x="5712822" y="6200300"/>
            <a:chExt cx="766355" cy="348545"/>
          </a:xfrm>
        </p:grpSpPr>
        <p:grpSp>
          <p:nvGrpSpPr>
            <p:cNvPr id="848" name="그룹 847">
              <a:extLst>
                <a:ext uri="{FF2B5EF4-FFF2-40B4-BE49-F238E27FC236}">
                  <a16:creationId xmlns:a16="http://schemas.microsoft.com/office/drawing/2014/main" id="{CE6A4E8B-894A-4582-A6C9-C7AAA1201722}"/>
                </a:ext>
              </a:extLst>
            </p:cNvPr>
            <p:cNvGrpSpPr/>
            <p:nvPr/>
          </p:nvGrpSpPr>
          <p:grpSpPr>
            <a:xfrm>
              <a:off x="5716202" y="6200300"/>
              <a:ext cx="759597" cy="322960"/>
              <a:chOff x="2406015" y="3810000"/>
              <a:chExt cx="3158780" cy="1343026"/>
            </a:xfrm>
          </p:grpSpPr>
          <p:sp>
            <p:nvSpPr>
              <p:cNvPr id="850" name="Freeform 38">
                <a:extLst>
                  <a:ext uri="{FF2B5EF4-FFF2-40B4-BE49-F238E27FC236}">
                    <a16:creationId xmlns:a16="http://schemas.microsoft.com/office/drawing/2014/main" id="{E611CFC9-4077-46D8-B204-135C731DD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992" y="5043250"/>
                <a:ext cx="85052" cy="85052"/>
              </a:xfrm>
              <a:custGeom>
                <a:avLst/>
                <a:gdLst/>
                <a:ahLst/>
                <a:cxnLst>
                  <a:cxn ang="0">
                    <a:pos x="36" y="5"/>
                  </a:cxn>
                  <a:cxn ang="0">
                    <a:pos x="29" y="0"/>
                  </a:cxn>
                  <a:cxn ang="0">
                    <a:pos x="22" y="6"/>
                  </a:cxn>
                  <a:cxn ang="0">
                    <a:pos x="23" y="9"/>
                  </a:cxn>
                  <a:cxn ang="0">
                    <a:pos x="17" y="8"/>
                  </a:cxn>
                  <a:cxn ang="0">
                    <a:pos x="0" y="23"/>
                  </a:cxn>
                  <a:cxn ang="0">
                    <a:pos x="18" y="35"/>
                  </a:cxn>
                  <a:cxn ang="0">
                    <a:pos x="35" y="21"/>
                  </a:cxn>
                  <a:cxn ang="0">
                    <a:pos x="29" y="11"/>
                  </a:cxn>
                  <a:cxn ang="0">
                    <a:pos x="29" y="11"/>
                  </a:cxn>
                  <a:cxn ang="0">
                    <a:pos x="36" y="5"/>
                  </a:cxn>
                </a:cxnLst>
                <a:rect l="0" t="0" r="r" b="b"/>
                <a:pathLst>
                  <a:path w="36" h="36">
                    <a:moveTo>
                      <a:pt x="36" y="5"/>
                    </a:moveTo>
                    <a:cubicBezTo>
                      <a:pt x="36" y="2"/>
                      <a:pt x="33" y="0"/>
                      <a:pt x="29" y="0"/>
                    </a:cubicBezTo>
                    <a:cubicBezTo>
                      <a:pt x="25" y="1"/>
                      <a:pt x="22" y="3"/>
                      <a:pt x="22" y="6"/>
                    </a:cubicBezTo>
                    <a:cubicBezTo>
                      <a:pt x="22" y="7"/>
                      <a:pt x="23" y="8"/>
                      <a:pt x="23" y="9"/>
                    </a:cubicBezTo>
                    <a:cubicBezTo>
                      <a:pt x="21" y="8"/>
                      <a:pt x="19" y="8"/>
                      <a:pt x="17" y="8"/>
                    </a:cubicBezTo>
                    <a:cubicBezTo>
                      <a:pt x="7" y="9"/>
                      <a:pt x="0" y="15"/>
                      <a:pt x="0" y="23"/>
                    </a:cubicBezTo>
                    <a:cubicBezTo>
                      <a:pt x="0" y="30"/>
                      <a:pt x="8" y="36"/>
                      <a:pt x="18" y="35"/>
                    </a:cubicBezTo>
                    <a:cubicBezTo>
                      <a:pt x="27" y="35"/>
                      <a:pt x="35" y="28"/>
                      <a:pt x="35" y="21"/>
                    </a:cubicBezTo>
                    <a:cubicBezTo>
                      <a:pt x="35" y="17"/>
                      <a:pt x="33" y="13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3" y="11"/>
                      <a:pt x="36" y="8"/>
                      <a:pt x="36" y="5"/>
                    </a:cubicBezTo>
                    <a:close/>
                  </a:path>
                </a:pathLst>
              </a:custGeom>
              <a:solidFill>
                <a:srgbClr val="40352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1" name="Freeform 39">
                <a:extLst>
                  <a:ext uri="{FF2B5EF4-FFF2-40B4-BE49-F238E27FC236}">
                    <a16:creationId xmlns:a16="http://schemas.microsoft.com/office/drawing/2014/main" id="{2944AB5C-8567-45CD-A06C-2DD06B9A6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8437" y="4102737"/>
                <a:ext cx="404490" cy="793156"/>
              </a:xfrm>
              <a:custGeom>
                <a:avLst/>
                <a:gdLst/>
                <a:ahLst/>
                <a:cxnLst>
                  <a:cxn ang="0">
                    <a:pos x="45" y="204"/>
                  </a:cxn>
                  <a:cxn ang="0">
                    <a:pos x="24" y="236"/>
                  </a:cxn>
                  <a:cxn ang="0">
                    <a:pos x="8" y="276"/>
                  </a:cxn>
                  <a:cxn ang="0">
                    <a:pos x="0" y="332"/>
                  </a:cxn>
                  <a:cxn ang="0">
                    <a:pos x="0" y="337"/>
                  </a:cxn>
                  <a:cxn ang="0">
                    <a:pos x="3" y="332"/>
                  </a:cxn>
                  <a:cxn ang="0">
                    <a:pos x="7" y="326"/>
                  </a:cxn>
                  <a:cxn ang="0">
                    <a:pos x="62" y="246"/>
                  </a:cxn>
                  <a:cxn ang="0">
                    <a:pos x="148" y="80"/>
                  </a:cxn>
                  <a:cxn ang="0">
                    <a:pos x="171" y="0"/>
                  </a:cxn>
                  <a:cxn ang="0">
                    <a:pos x="171" y="0"/>
                  </a:cxn>
                  <a:cxn ang="0">
                    <a:pos x="45" y="204"/>
                  </a:cxn>
                </a:cxnLst>
                <a:rect l="0" t="0" r="r" b="b"/>
                <a:pathLst>
                  <a:path w="171" h="337">
                    <a:moveTo>
                      <a:pt x="45" y="204"/>
                    </a:moveTo>
                    <a:cubicBezTo>
                      <a:pt x="43" y="207"/>
                      <a:pt x="33" y="218"/>
                      <a:pt x="24" y="236"/>
                    </a:cubicBezTo>
                    <a:cubicBezTo>
                      <a:pt x="21" y="241"/>
                      <a:pt x="14" y="256"/>
                      <a:pt x="8" y="276"/>
                    </a:cubicBezTo>
                    <a:cubicBezTo>
                      <a:pt x="4" y="290"/>
                      <a:pt x="0" y="309"/>
                      <a:pt x="0" y="332"/>
                    </a:cubicBezTo>
                    <a:cubicBezTo>
                      <a:pt x="0" y="334"/>
                      <a:pt x="0" y="336"/>
                      <a:pt x="0" y="337"/>
                    </a:cubicBezTo>
                    <a:cubicBezTo>
                      <a:pt x="1" y="336"/>
                      <a:pt x="2" y="334"/>
                      <a:pt x="3" y="332"/>
                    </a:cubicBezTo>
                    <a:cubicBezTo>
                      <a:pt x="3" y="332"/>
                      <a:pt x="5" y="329"/>
                      <a:pt x="7" y="326"/>
                    </a:cubicBezTo>
                    <a:cubicBezTo>
                      <a:pt x="32" y="288"/>
                      <a:pt x="62" y="246"/>
                      <a:pt x="62" y="246"/>
                    </a:cubicBezTo>
                    <a:cubicBezTo>
                      <a:pt x="121" y="165"/>
                      <a:pt x="148" y="80"/>
                      <a:pt x="148" y="80"/>
                    </a:cubicBezTo>
                    <a:cubicBezTo>
                      <a:pt x="158" y="5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55" y="62"/>
                      <a:pt x="102" y="135"/>
                      <a:pt x="45" y="204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2" name="Freeform 40">
                <a:extLst>
                  <a:ext uri="{FF2B5EF4-FFF2-40B4-BE49-F238E27FC236}">
                    <a16:creationId xmlns:a16="http://schemas.microsoft.com/office/drawing/2014/main" id="{641C4B5D-919E-4A48-B6AC-88ED77457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305" y="4068122"/>
                <a:ext cx="404490" cy="843594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56" y="62"/>
                  </a:cxn>
                  <a:cxn ang="0">
                    <a:pos x="156" y="64"/>
                  </a:cxn>
                  <a:cxn ang="0">
                    <a:pos x="140" y="106"/>
                  </a:cxn>
                  <a:cxn ang="0">
                    <a:pos x="125" y="145"/>
                  </a:cxn>
                  <a:cxn ang="0">
                    <a:pos x="28" y="315"/>
                  </a:cxn>
                  <a:cxn ang="0">
                    <a:pos x="0" y="359"/>
                  </a:cxn>
                  <a:cxn ang="0">
                    <a:pos x="13" y="357"/>
                  </a:cxn>
                  <a:cxn ang="0">
                    <a:pos x="60" y="329"/>
                  </a:cxn>
                  <a:cxn ang="0">
                    <a:pos x="98" y="281"/>
                  </a:cxn>
                  <a:cxn ang="0">
                    <a:pos x="153" y="145"/>
                  </a:cxn>
                  <a:cxn ang="0">
                    <a:pos x="169" y="0"/>
                  </a:cxn>
                </a:cxnLst>
                <a:rect l="0" t="0" r="r" b="b"/>
                <a:pathLst>
                  <a:path w="171" h="359">
                    <a:moveTo>
                      <a:pt x="169" y="0"/>
                    </a:moveTo>
                    <a:cubicBezTo>
                      <a:pt x="168" y="18"/>
                      <a:pt x="163" y="40"/>
                      <a:pt x="156" y="62"/>
                    </a:cubicBezTo>
                    <a:cubicBezTo>
                      <a:pt x="156" y="62"/>
                      <a:pt x="156" y="63"/>
                      <a:pt x="156" y="64"/>
                    </a:cubicBezTo>
                    <a:cubicBezTo>
                      <a:pt x="153" y="72"/>
                      <a:pt x="148" y="86"/>
                      <a:pt x="140" y="106"/>
                    </a:cubicBezTo>
                    <a:cubicBezTo>
                      <a:pt x="136" y="119"/>
                      <a:pt x="130" y="132"/>
                      <a:pt x="125" y="145"/>
                    </a:cubicBezTo>
                    <a:cubicBezTo>
                      <a:pt x="107" y="189"/>
                      <a:pt x="77" y="249"/>
                      <a:pt x="28" y="315"/>
                    </a:cubicBezTo>
                    <a:cubicBezTo>
                      <a:pt x="28" y="315"/>
                      <a:pt x="16" y="334"/>
                      <a:pt x="0" y="359"/>
                    </a:cubicBezTo>
                    <a:cubicBezTo>
                      <a:pt x="3" y="359"/>
                      <a:pt x="7" y="358"/>
                      <a:pt x="13" y="357"/>
                    </a:cubicBezTo>
                    <a:cubicBezTo>
                      <a:pt x="37" y="352"/>
                      <a:pt x="53" y="337"/>
                      <a:pt x="60" y="329"/>
                    </a:cubicBezTo>
                    <a:cubicBezTo>
                      <a:pt x="70" y="318"/>
                      <a:pt x="84" y="302"/>
                      <a:pt x="98" y="281"/>
                    </a:cubicBezTo>
                    <a:cubicBezTo>
                      <a:pt x="105" y="271"/>
                      <a:pt x="135" y="225"/>
                      <a:pt x="153" y="145"/>
                    </a:cubicBezTo>
                    <a:cubicBezTo>
                      <a:pt x="171" y="67"/>
                      <a:pt x="169" y="0"/>
                      <a:pt x="169" y="0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3" name="Freeform 41">
                <a:extLst>
                  <a:ext uri="{FF2B5EF4-FFF2-40B4-BE49-F238E27FC236}">
                    <a16:creationId xmlns:a16="http://schemas.microsoft.com/office/drawing/2014/main" id="{A5EBE597-F7E5-4316-9870-7D66C120C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779" y="4173943"/>
                <a:ext cx="423280" cy="789200"/>
              </a:xfrm>
              <a:custGeom>
                <a:avLst/>
                <a:gdLst/>
                <a:ahLst/>
                <a:cxnLst>
                  <a:cxn ang="0">
                    <a:pos x="147" y="80"/>
                  </a:cxn>
                  <a:cxn ang="0">
                    <a:pos x="73" y="214"/>
                  </a:cxn>
                  <a:cxn ang="0">
                    <a:pos x="20" y="296"/>
                  </a:cxn>
                  <a:cxn ang="0">
                    <a:pos x="13" y="307"/>
                  </a:cxn>
                  <a:cxn ang="0">
                    <a:pos x="12" y="309"/>
                  </a:cxn>
                  <a:cxn ang="0">
                    <a:pos x="0" y="329"/>
                  </a:cxn>
                  <a:cxn ang="0">
                    <a:pos x="5" y="329"/>
                  </a:cxn>
                  <a:cxn ang="0">
                    <a:pos x="11" y="323"/>
                  </a:cxn>
                  <a:cxn ang="0">
                    <a:pos x="6" y="331"/>
                  </a:cxn>
                  <a:cxn ang="0">
                    <a:pos x="15" y="319"/>
                  </a:cxn>
                  <a:cxn ang="0">
                    <a:pos x="18" y="314"/>
                  </a:cxn>
                  <a:cxn ang="0">
                    <a:pos x="46" y="270"/>
                  </a:cxn>
                  <a:cxn ang="0">
                    <a:pos x="143" y="100"/>
                  </a:cxn>
                  <a:cxn ang="0">
                    <a:pos x="158" y="61"/>
                  </a:cxn>
                  <a:cxn ang="0">
                    <a:pos x="179" y="0"/>
                  </a:cxn>
                  <a:cxn ang="0">
                    <a:pos x="147" y="80"/>
                  </a:cxn>
                </a:cxnLst>
                <a:rect l="0" t="0" r="r" b="b"/>
                <a:pathLst>
                  <a:path w="179" h="336">
                    <a:moveTo>
                      <a:pt x="147" y="80"/>
                    </a:moveTo>
                    <a:cubicBezTo>
                      <a:pt x="118" y="143"/>
                      <a:pt x="87" y="191"/>
                      <a:pt x="73" y="214"/>
                    </a:cubicBezTo>
                    <a:cubicBezTo>
                      <a:pt x="23" y="292"/>
                      <a:pt x="20" y="296"/>
                      <a:pt x="20" y="296"/>
                    </a:cubicBezTo>
                    <a:cubicBezTo>
                      <a:pt x="17" y="300"/>
                      <a:pt x="15" y="304"/>
                      <a:pt x="13" y="307"/>
                    </a:cubicBezTo>
                    <a:cubicBezTo>
                      <a:pt x="12" y="308"/>
                      <a:pt x="12" y="309"/>
                      <a:pt x="12" y="309"/>
                    </a:cubicBezTo>
                    <a:cubicBezTo>
                      <a:pt x="7" y="316"/>
                      <a:pt x="3" y="323"/>
                      <a:pt x="0" y="329"/>
                    </a:cubicBezTo>
                    <a:cubicBezTo>
                      <a:pt x="0" y="331"/>
                      <a:pt x="0" y="336"/>
                      <a:pt x="5" y="329"/>
                    </a:cubicBezTo>
                    <a:cubicBezTo>
                      <a:pt x="12" y="321"/>
                      <a:pt x="11" y="323"/>
                      <a:pt x="11" y="323"/>
                    </a:cubicBezTo>
                    <a:cubicBezTo>
                      <a:pt x="11" y="323"/>
                      <a:pt x="9" y="326"/>
                      <a:pt x="6" y="331"/>
                    </a:cubicBezTo>
                    <a:cubicBezTo>
                      <a:pt x="9" y="327"/>
                      <a:pt x="12" y="323"/>
                      <a:pt x="15" y="319"/>
                    </a:cubicBezTo>
                    <a:cubicBezTo>
                      <a:pt x="16" y="317"/>
                      <a:pt x="17" y="316"/>
                      <a:pt x="18" y="314"/>
                    </a:cubicBezTo>
                    <a:cubicBezTo>
                      <a:pt x="34" y="289"/>
                      <a:pt x="46" y="270"/>
                      <a:pt x="46" y="270"/>
                    </a:cubicBezTo>
                    <a:cubicBezTo>
                      <a:pt x="95" y="204"/>
                      <a:pt x="125" y="144"/>
                      <a:pt x="143" y="100"/>
                    </a:cubicBezTo>
                    <a:cubicBezTo>
                      <a:pt x="151" y="81"/>
                      <a:pt x="158" y="61"/>
                      <a:pt x="158" y="61"/>
                    </a:cubicBezTo>
                    <a:cubicBezTo>
                      <a:pt x="167" y="37"/>
                      <a:pt x="174" y="16"/>
                      <a:pt x="179" y="0"/>
                    </a:cubicBezTo>
                    <a:cubicBezTo>
                      <a:pt x="173" y="19"/>
                      <a:pt x="162" y="47"/>
                      <a:pt x="147" y="80"/>
                    </a:cubicBezTo>
                    <a:close/>
                  </a:path>
                </a:pathLst>
              </a:custGeom>
              <a:solidFill>
                <a:srgbClr val="E9EDF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4" name="Freeform 42">
                <a:extLst>
                  <a:ext uri="{FF2B5EF4-FFF2-40B4-BE49-F238E27FC236}">
                    <a16:creationId xmlns:a16="http://schemas.microsoft.com/office/drawing/2014/main" id="{4D353BDC-E2FD-4E28-ACC9-88A625FAE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286" y="4928529"/>
                <a:ext cx="73184" cy="93953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19" y="8"/>
                  </a:cxn>
                  <a:cxn ang="0">
                    <a:pos x="14" y="15"/>
                  </a:cxn>
                  <a:cxn ang="0">
                    <a:pos x="0" y="40"/>
                  </a:cxn>
                  <a:cxn ang="0">
                    <a:pos x="25" y="10"/>
                  </a:cxn>
                  <a:cxn ang="0">
                    <a:pos x="30" y="2"/>
                  </a:cxn>
                  <a:cxn ang="0">
                    <a:pos x="24" y="8"/>
                  </a:cxn>
                </a:cxnLst>
                <a:rect l="0" t="0" r="r" b="b"/>
                <a:pathLst>
                  <a:path w="31" h="40">
                    <a:moveTo>
                      <a:pt x="24" y="8"/>
                    </a:moveTo>
                    <a:cubicBezTo>
                      <a:pt x="19" y="15"/>
                      <a:pt x="19" y="10"/>
                      <a:pt x="19" y="8"/>
                    </a:cubicBezTo>
                    <a:cubicBezTo>
                      <a:pt x="17" y="10"/>
                      <a:pt x="16" y="13"/>
                      <a:pt x="14" y="15"/>
                    </a:cubicBezTo>
                    <a:cubicBezTo>
                      <a:pt x="8" y="26"/>
                      <a:pt x="0" y="40"/>
                      <a:pt x="0" y="40"/>
                    </a:cubicBezTo>
                    <a:cubicBezTo>
                      <a:pt x="8" y="32"/>
                      <a:pt x="17" y="21"/>
                      <a:pt x="25" y="10"/>
                    </a:cubicBezTo>
                    <a:cubicBezTo>
                      <a:pt x="28" y="5"/>
                      <a:pt x="30" y="2"/>
                      <a:pt x="30" y="2"/>
                    </a:cubicBezTo>
                    <a:cubicBezTo>
                      <a:pt x="30" y="2"/>
                      <a:pt x="31" y="0"/>
                      <a:pt x="24" y="8"/>
                    </a:cubicBezTo>
                    <a:close/>
                  </a:path>
                </a:pathLst>
              </a:custGeom>
              <a:solidFill>
                <a:srgbClr val="ADB9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5" name="Rectangle 46">
                <a:extLst>
                  <a:ext uri="{FF2B5EF4-FFF2-40B4-BE49-F238E27FC236}">
                    <a16:creationId xmlns:a16="http://schemas.microsoft.com/office/drawing/2014/main" id="{B3C511E9-6398-4E73-ADFF-8432D4163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388" y="4464700"/>
                <a:ext cx="93953" cy="674480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6" name="Freeform 47">
                <a:extLst>
                  <a:ext uri="{FF2B5EF4-FFF2-40B4-BE49-F238E27FC236}">
                    <a16:creationId xmlns:a16="http://schemas.microsoft.com/office/drawing/2014/main" id="{C2548F0E-24A2-49F7-8FD4-451DF96962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6015" y="4464700"/>
                <a:ext cx="536023" cy="674480"/>
              </a:xfrm>
              <a:custGeom>
                <a:avLst/>
                <a:gdLst/>
                <a:ahLst/>
                <a:cxnLst>
                  <a:cxn ang="0">
                    <a:pos x="189" y="43"/>
                  </a:cxn>
                  <a:cxn ang="0">
                    <a:pos x="151" y="43"/>
                  </a:cxn>
                  <a:cxn ang="0">
                    <a:pos x="144" y="32"/>
                  </a:cxn>
                  <a:cxn ang="0">
                    <a:pos x="82" y="0"/>
                  </a:cxn>
                  <a:cxn ang="0">
                    <a:pos x="20" y="32"/>
                  </a:cxn>
                  <a:cxn ang="0">
                    <a:pos x="0" y="104"/>
                  </a:cxn>
                  <a:cxn ang="0">
                    <a:pos x="20" y="174"/>
                  </a:cxn>
                  <a:cxn ang="0">
                    <a:pos x="82" y="206"/>
                  </a:cxn>
                  <a:cxn ang="0">
                    <a:pos x="144" y="174"/>
                  </a:cxn>
                  <a:cxn ang="0">
                    <a:pos x="148" y="168"/>
                  </a:cxn>
                  <a:cxn ang="0">
                    <a:pos x="189" y="168"/>
                  </a:cxn>
                  <a:cxn ang="0">
                    <a:pos x="189" y="287"/>
                  </a:cxn>
                  <a:cxn ang="0">
                    <a:pos x="229" y="287"/>
                  </a:cxn>
                  <a:cxn ang="0">
                    <a:pos x="229" y="0"/>
                  </a:cxn>
                  <a:cxn ang="0">
                    <a:pos x="189" y="0"/>
                  </a:cxn>
                  <a:cxn ang="0">
                    <a:pos x="189" y="43"/>
                  </a:cxn>
                  <a:cxn ang="0">
                    <a:pos x="115" y="149"/>
                  </a:cxn>
                  <a:cxn ang="0">
                    <a:pos x="82" y="170"/>
                  </a:cxn>
                  <a:cxn ang="0">
                    <a:pos x="49" y="149"/>
                  </a:cxn>
                  <a:cxn ang="0">
                    <a:pos x="38" y="104"/>
                  </a:cxn>
                  <a:cxn ang="0">
                    <a:pos x="49" y="57"/>
                  </a:cxn>
                  <a:cxn ang="0">
                    <a:pos x="82" y="36"/>
                  </a:cxn>
                  <a:cxn ang="0">
                    <a:pos x="115" y="57"/>
                  </a:cxn>
                  <a:cxn ang="0">
                    <a:pos x="127" y="104"/>
                  </a:cxn>
                  <a:cxn ang="0">
                    <a:pos x="115" y="149"/>
                  </a:cxn>
                  <a:cxn ang="0">
                    <a:pos x="189" y="132"/>
                  </a:cxn>
                  <a:cxn ang="0">
                    <a:pos x="162" y="132"/>
                  </a:cxn>
                  <a:cxn ang="0">
                    <a:pos x="164" y="104"/>
                  </a:cxn>
                  <a:cxn ang="0">
                    <a:pos x="162" y="79"/>
                  </a:cxn>
                  <a:cxn ang="0">
                    <a:pos x="189" y="79"/>
                  </a:cxn>
                  <a:cxn ang="0">
                    <a:pos x="189" y="132"/>
                  </a:cxn>
                </a:cxnLst>
                <a:rect l="0" t="0" r="r" b="b"/>
                <a:pathLst>
                  <a:path w="229" h="287">
                    <a:moveTo>
                      <a:pt x="189" y="43"/>
                    </a:moveTo>
                    <a:cubicBezTo>
                      <a:pt x="151" y="43"/>
                      <a:pt x="151" y="43"/>
                      <a:pt x="151" y="43"/>
                    </a:cubicBezTo>
                    <a:cubicBezTo>
                      <a:pt x="149" y="39"/>
                      <a:pt x="146" y="35"/>
                      <a:pt x="144" y="32"/>
                    </a:cubicBezTo>
                    <a:cubicBezTo>
                      <a:pt x="129" y="11"/>
                      <a:pt x="108" y="0"/>
                      <a:pt x="82" y="0"/>
                    </a:cubicBezTo>
                    <a:cubicBezTo>
                      <a:pt x="56" y="0"/>
                      <a:pt x="35" y="11"/>
                      <a:pt x="20" y="32"/>
                    </a:cubicBezTo>
                    <a:cubicBezTo>
                      <a:pt x="7" y="51"/>
                      <a:pt x="0" y="75"/>
                      <a:pt x="0" y="104"/>
                    </a:cubicBezTo>
                    <a:cubicBezTo>
                      <a:pt x="0" y="132"/>
                      <a:pt x="7" y="155"/>
                      <a:pt x="20" y="174"/>
                    </a:cubicBezTo>
                    <a:cubicBezTo>
                      <a:pt x="35" y="196"/>
                      <a:pt x="56" y="206"/>
                      <a:pt x="82" y="206"/>
                    </a:cubicBezTo>
                    <a:cubicBezTo>
                      <a:pt x="108" y="206"/>
                      <a:pt x="129" y="196"/>
                      <a:pt x="144" y="174"/>
                    </a:cubicBezTo>
                    <a:cubicBezTo>
                      <a:pt x="145" y="172"/>
                      <a:pt x="147" y="170"/>
                      <a:pt x="148" y="168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287"/>
                      <a:pt x="189" y="287"/>
                      <a:pt x="189" y="287"/>
                    </a:cubicBezTo>
                    <a:cubicBezTo>
                      <a:pt x="229" y="287"/>
                      <a:pt x="229" y="287"/>
                      <a:pt x="229" y="287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89" y="0"/>
                      <a:pt x="189" y="0"/>
                      <a:pt x="189" y="0"/>
                    </a:cubicBezTo>
                    <a:lnTo>
                      <a:pt x="189" y="43"/>
                    </a:lnTo>
                    <a:close/>
                    <a:moveTo>
                      <a:pt x="115" y="149"/>
                    </a:moveTo>
                    <a:cubicBezTo>
                      <a:pt x="107" y="163"/>
                      <a:pt x="96" y="170"/>
                      <a:pt x="82" y="170"/>
                    </a:cubicBezTo>
                    <a:cubicBezTo>
                      <a:pt x="68" y="170"/>
                      <a:pt x="57" y="163"/>
                      <a:pt x="49" y="149"/>
                    </a:cubicBezTo>
                    <a:cubicBezTo>
                      <a:pt x="42" y="137"/>
                      <a:pt x="38" y="121"/>
                      <a:pt x="38" y="104"/>
                    </a:cubicBezTo>
                    <a:cubicBezTo>
                      <a:pt x="38" y="86"/>
                      <a:pt x="42" y="70"/>
                      <a:pt x="49" y="57"/>
                    </a:cubicBezTo>
                    <a:cubicBezTo>
                      <a:pt x="57" y="43"/>
                      <a:pt x="68" y="36"/>
                      <a:pt x="82" y="36"/>
                    </a:cubicBezTo>
                    <a:cubicBezTo>
                      <a:pt x="96" y="36"/>
                      <a:pt x="107" y="43"/>
                      <a:pt x="115" y="57"/>
                    </a:cubicBezTo>
                    <a:cubicBezTo>
                      <a:pt x="123" y="70"/>
                      <a:pt x="127" y="86"/>
                      <a:pt x="127" y="104"/>
                    </a:cubicBezTo>
                    <a:cubicBezTo>
                      <a:pt x="127" y="121"/>
                      <a:pt x="123" y="137"/>
                      <a:pt x="115" y="149"/>
                    </a:cubicBezTo>
                    <a:close/>
                    <a:moveTo>
                      <a:pt x="189" y="132"/>
                    </a:moveTo>
                    <a:cubicBezTo>
                      <a:pt x="162" y="132"/>
                      <a:pt x="162" y="132"/>
                      <a:pt x="162" y="132"/>
                    </a:cubicBezTo>
                    <a:cubicBezTo>
                      <a:pt x="163" y="123"/>
                      <a:pt x="164" y="114"/>
                      <a:pt x="164" y="104"/>
                    </a:cubicBezTo>
                    <a:cubicBezTo>
                      <a:pt x="164" y="95"/>
                      <a:pt x="164" y="87"/>
                      <a:pt x="162" y="79"/>
                    </a:cubicBezTo>
                    <a:cubicBezTo>
                      <a:pt x="189" y="79"/>
                      <a:pt x="189" y="79"/>
                      <a:pt x="189" y="79"/>
                    </a:cubicBezTo>
                    <a:lnTo>
                      <a:pt x="189" y="13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7" name="Oval 48">
                <a:extLst>
                  <a:ext uri="{FF2B5EF4-FFF2-40B4-BE49-F238E27FC236}">
                    <a16:creationId xmlns:a16="http://schemas.microsoft.com/office/drawing/2014/main" id="{C20CB7E4-B9F8-4ECB-823C-45C9615EC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468" y="5120390"/>
                <a:ext cx="638876" cy="32636"/>
              </a:xfrm>
              <a:prstGeom prst="ellipse">
                <a:avLst/>
              </a:prstGeom>
              <a:solidFill>
                <a:srgbClr val="C8CAC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8" name="Freeform 49">
                <a:extLst>
                  <a:ext uri="{FF2B5EF4-FFF2-40B4-BE49-F238E27FC236}">
                    <a16:creationId xmlns:a16="http://schemas.microsoft.com/office/drawing/2014/main" id="{42C8A125-7D52-40BD-9AE0-CDC36BF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471" y="3810000"/>
                <a:ext cx="1304456" cy="1307422"/>
              </a:xfrm>
              <a:custGeom>
                <a:avLst/>
                <a:gdLst/>
                <a:ahLst/>
                <a:cxnLst>
                  <a:cxn ang="0">
                    <a:pos x="549" y="317"/>
                  </a:cxn>
                  <a:cxn ang="0">
                    <a:pos x="540" y="355"/>
                  </a:cxn>
                  <a:cxn ang="0">
                    <a:pos x="241" y="548"/>
                  </a:cxn>
                  <a:cxn ang="0">
                    <a:pos x="202" y="540"/>
                  </a:cxn>
                  <a:cxn ang="0">
                    <a:pos x="9" y="240"/>
                  </a:cxn>
                  <a:cxn ang="0">
                    <a:pos x="17" y="202"/>
                  </a:cxn>
                  <a:cxn ang="0">
                    <a:pos x="317" y="9"/>
                  </a:cxn>
                  <a:cxn ang="0">
                    <a:pos x="356" y="17"/>
                  </a:cxn>
                  <a:cxn ang="0">
                    <a:pos x="549" y="317"/>
                  </a:cxn>
                </a:cxnLst>
                <a:rect l="0" t="0" r="r" b="b"/>
                <a:pathLst>
                  <a:path w="557" h="557">
                    <a:moveTo>
                      <a:pt x="549" y="317"/>
                    </a:moveTo>
                    <a:cubicBezTo>
                      <a:pt x="557" y="330"/>
                      <a:pt x="553" y="347"/>
                      <a:pt x="540" y="355"/>
                    </a:cubicBezTo>
                    <a:cubicBezTo>
                      <a:pt x="241" y="548"/>
                      <a:pt x="241" y="548"/>
                      <a:pt x="241" y="548"/>
                    </a:cubicBezTo>
                    <a:cubicBezTo>
                      <a:pt x="228" y="557"/>
                      <a:pt x="210" y="553"/>
                      <a:pt x="202" y="540"/>
                    </a:cubicBezTo>
                    <a:cubicBezTo>
                      <a:pt x="9" y="240"/>
                      <a:pt x="9" y="240"/>
                      <a:pt x="9" y="240"/>
                    </a:cubicBezTo>
                    <a:cubicBezTo>
                      <a:pt x="0" y="227"/>
                      <a:pt x="4" y="210"/>
                      <a:pt x="17" y="202"/>
                    </a:cubicBezTo>
                    <a:cubicBezTo>
                      <a:pt x="317" y="9"/>
                      <a:pt x="317" y="9"/>
                      <a:pt x="317" y="9"/>
                    </a:cubicBezTo>
                    <a:cubicBezTo>
                      <a:pt x="330" y="0"/>
                      <a:pt x="347" y="4"/>
                      <a:pt x="356" y="17"/>
                    </a:cubicBezTo>
                    <a:lnTo>
                      <a:pt x="549" y="317"/>
                    </a:lnTo>
                    <a:close/>
                  </a:path>
                </a:pathLst>
              </a:custGeom>
              <a:solidFill>
                <a:srgbClr val="BB283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9" name="Freeform 50">
                <a:extLst>
                  <a:ext uri="{FF2B5EF4-FFF2-40B4-BE49-F238E27FC236}">
                    <a16:creationId xmlns:a16="http://schemas.microsoft.com/office/drawing/2014/main" id="{DE8CDB89-A64E-4666-AF0E-47EA680124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9171" y="4464700"/>
                <a:ext cx="668546" cy="674480"/>
              </a:xfrm>
              <a:custGeom>
                <a:avLst/>
                <a:gdLst/>
                <a:ahLst/>
                <a:cxnLst>
                  <a:cxn ang="0">
                    <a:pos x="200" y="101"/>
                  </a:cxn>
                  <a:cxn ang="0">
                    <a:pos x="285" y="151"/>
                  </a:cxn>
                  <a:cxn ang="0">
                    <a:pos x="264" y="178"/>
                  </a:cxn>
                  <a:cxn ang="0">
                    <a:pos x="189" y="144"/>
                  </a:cxn>
                  <a:cxn ang="0">
                    <a:pos x="141" y="97"/>
                  </a:cxn>
                  <a:cxn ang="0">
                    <a:pos x="94" y="144"/>
                  </a:cxn>
                  <a:cxn ang="0">
                    <a:pos x="19" y="178"/>
                  </a:cxn>
                  <a:cxn ang="0">
                    <a:pos x="0" y="151"/>
                  </a:cxn>
                  <a:cxn ang="0">
                    <a:pos x="82" y="101"/>
                  </a:cxn>
                  <a:cxn ang="0">
                    <a:pos x="118" y="0"/>
                  </a:cxn>
                  <a:cxn ang="0">
                    <a:pos x="165" y="0"/>
                  </a:cxn>
                  <a:cxn ang="0">
                    <a:pos x="200" y="101"/>
                  </a:cxn>
                  <a:cxn ang="0">
                    <a:pos x="282" y="252"/>
                  </a:cxn>
                  <a:cxn ang="0">
                    <a:pos x="282" y="287"/>
                  </a:cxn>
                  <a:cxn ang="0">
                    <a:pos x="2" y="287"/>
                  </a:cxn>
                  <a:cxn ang="0">
                    <a:pos x="2" y="252"/>
                  </a:cxn>
                  <a:cxn ang="0">
                    <a:pos x="282" y="252"/>
                  </a:cxn>
                </a:cxnLst>
                <a:rect l="0" t="0" r="r" b="b"/>
                <a:pathLst>
                  <a:path w="285" h="287">
                    <a:moveTo>
                      <a:pt x="200" y="101"/>
                    </a:moveTo>
                    <a:cubicBezTo>
                      <a:pt x="220" y="122"/>
                      <a:pt x="248" y="139"/>
                      <a:pt x="285" y="151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33" y="168"/>
                      <a:pt x="209" y="157"/>
                      <a:pt x="189" y="144"/>
                    </a:cubicBezTo>
                    <a:cubicBezTo>
                      <a:pt x="169" y="130"/>
                      <a:pt x="153" y="115"/>
                      <a:pt x="141" y="97"/>
                    </a:cubicBezTo>
                    <a:cubicBezTo>
                      <a:pt x="130" y="115"/>
                      <a:pt x="114" y="130"/>
                      <a:pt x="94" y="144"/>
                    </a:cubicBezTo>
                    <a:cubicBezTo>
                      <a:pt x="74" y="157"/>
                      <a:pt x="49" y="168"/>
                      <a:pt x="19" y="178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5" y="139"/>
                      <a:pt x="62" y="122"/>
                      <a:pt x="82" y="101"/>
                    </a:cubicBezTo>
                    <a:cubicBezTo>
                      <a:pt x="106" y="75"/>
                      <a:pt x="118" y="41"/>
                      <a:pt x="118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65" y="42"/>
                      <a:pt x="177" y="76"/>
                      <a:pt x="200" y="101"/>
                    </a:cubicBezTo>
                    <a:close/>
                    <a:moveTo>
                      <a:pt x="282" y="252"/>
                    </a:moveTo>
                    <a:cubicBezTo>
                      <a:pt x="282" y="287"/>
                      <a:pt x="282" y="287"/>
                      <a:pt x="282" y="287"/>
                    </a:cubicBezTo>
                    <a:cubicBezTo>
                      <a:pt x="2" y="287"/>
                      <a:pt x="2" y="287"/>
                      <a:pt x="2" y="287"/>
                    </a:cubicBezTo>
                    <a:cubicBezTo>
                      <a:pt x="2" y="252"/>
                      <a:pt x="2" y="252"/>
                      <a:pt x="2" y="252"/>
                    </a:cubicBezTo>
                    <a:lnTo>
                      <a:pt x="282" y="25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60" name="Freeform 51">
                <a:extLst>
                  <a:ext uri="{FF2B5EF4-FFF2-40B4-BE49-F238E27FC236}">
                    <a16:creationId xmlns:a16="http://schemas.microsoft.com/office/drawing/2014/main" id="{4BBE726F-EC91-41C6-89FC-6E2F3372AA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8596" y="3967247"/>
                <a:ext cx="963260" cy="970183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57" y="31"/>
                  </a:cxn>
                  <a:cxn ang="0">
                    <a:pos x="223" y="53"/>
                  </a:cxn>
                  <a:cxn ang="0">
                    <a:pos x="249" y="94"/>
                  </a:cxn>
                  <a:cxn ang="0">
                    <a:pos x="283" y="72"/>
                  </a:cxn>
                  <a:cxn ang="0">
                    <a:pos x="303" y="104"/>
                  </a:cxn>
                  <a:cxn ang="0">
                    <a:pos x="210" y="164"/>
                  </a:cxn>
                  <a:cxn ang="0">
                    <a:pos x="224" y="187"/>
                  </a:cxn>
                  <a:cxn ang="0">
                    <a:pos x="328" y="119"/>
                  </a:cxn>
                  <a:cxn ang="0">
                    <a:pos x="349" y="151"/>
                  </a:cxn>
                  <a:cxn ang="0">
                    <a:pos x="92" y="318"/>
                  </a:cxn>
                  <a:cxn ang="0">
                    <a:pos x="71" y="286"/>
                  </a:cxn>
                  <a:cxn ang="0">
                    <a:pos x="181" y="215"/>
                  </a:cxn>
                  <a:cxn ang="0">
                    <a:pos x="166" y="193"/>
                  </a:cxn>
                  <a:cxn ang="0">
                    <a:pos x="67" y="257"/>
                  </a:cxn>
                  <a:cxn ang="0">
                    <a:pos x="47" y="225"/>
                  </a:cxn>
                  <a:cxn ang="0">
                    <a:pos x="81" y="203"/>
                  </a:cxn>
                  <a:cxn ang="0">
                    <a:pos x="55" y="163"/>
                  </a:cxn>
                  <a:cxn ang="0">
                    <a:pos x="21" y="185"/>
                  </a:cxn>
                  <a:cxn ang="0">
                    <a:pos x="0" y="153"/>
                  </a:cxn>
                  <a:cxn ang="0">
                    <a:pos x="236" y="0"/>
                  </a:cxn>
                  <a:cxn ang="0">
                    <a:pos x="99" y="134"/>
                  </a:cxn>
                  <a:cxn ang="0">
                    <a:pos x="125" y="175"/>
                  </a:cxn>
                  <a:cxn ang="0">
                    <a:pos x="205" y="122"/>
                  </a:cxn>
                  <a:cxn ang="0">
                    <a:pos x="179" y="82"/>
                  </a:cxn>
                  <a:cxn ang="0">
                    <a:pos x="99" y="134"/>
                  </a:cxn>
                  <a:cxn ang="0">
                    <a:pos x="348" y="182"/>
                  </a:cxn>
                  <a:cxn ang="0">
                    <a:pos x="411" y="278"/>
                  </a:cxn>
                  <a:cxn ang="0">
                    <a:pos x="219" y="403"/>
                  </a:cxn>
                  <a:cxn ang="0">
                    <a:pos x="186" y="412"/>
                  </a:cxn>
                  <a:cxn ang="0">
                    <a:pos x="162" y="394"/>
                  </a:cxn>
                  <a:cxn ang="0">
                    <a:pos x="120" y="329"/>
                  </a:cxn>
                  <a:cxn ang="0">
                    <a:pos x="348" y="182"/>
                  </a:cxn>
                  <a:cxn ang="0">
                    <a:pos x="185" y="333"/>
                  </a:cxn>
                  <a:cxn ang="0">
                    <a:pos x="206" y="365"/>
                  </a:cxn>
                  <a:cxn ang="0">
                    <a:pos x="346" y="275"/>
                  </a:cxn>
                  <a:cxn ang="0">
                    <a:pos x="325" y="243"/>
                  </a:cxn>
                  <a:cxn ang="0">
                    <a:pos x="185" y="333"/>
                  </a:cxn>
                </a:cxnLst>
                <a:rect l="0" t="0" r="r" b="b"/>
                <a:pathLst>
                  <a:path w="411" h="413">
                    <a:moveTo>
                      <a:pt x="236" y="0"/>
                    </a:moveTo>
                    <a:cubicBezTo>
                      <a:pt x="257" y="31"/>
                      <a:pt x="257" y="31"/>
                      <a:pt x="257" y="31"/>
                    </a:cubicBezTo>
                    <a:cubicBezTo>
                      <a:pt x="223" y="53"/>
                      <a:pt x="223" y="53"/>
                      <a:pt x="223" y="53"/>
                    </a:cubicBezTo>
                    <a:cubicBezTo>
                      <a:pt x="249" y="94"/>
                      <a:pt x="249" y="94"/>
                      <a:pt x="249" y="94"/>
                    </a:cubicBezTo>
                    <a:cubicBezTo>
                      <a:pt x="283" y="72"/>
                      <a:pt x="283" y="72"/>
                      <a:pt x="283" y="72"/>
                    </a:cubicBezTo>
                    <a:cubicBezTo>
                      <a:pt x="303" y="104"/>
                      <a:pt x="303" y="104"/>
                      <a:pt x="303" y="104"/>
                    </a:cubicBezTo>
                    <a:cubicBezTo>
                      <a:pt x="210" y="164"/>
                      <a:pt x="210" y="164"/>
                      <a:pt x="210" y="164"/>
                    </a:cubicBezTo>
                    <a:cubicBezTo>
                      <a:pt x="224" y="187"/>
                      <a:pt x="224" y="187"/>
                      <a:pt x="224" y="187"/>
                    </a:cubicBezTo>
                    <a:cubicBezTo>
                      <a:pt x="328" y="119"/>
                      <a:pt x="328" y="119"/>
                      <a:pt x="328" y="119"/>
                    </a:cubicBezTo>
                    <a:cubicBezTo>
                      <a:pt x="349" y="151"/>
                      <a:pt x="349" y="151"/>
                      <a:pt x="349" y="151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71" y="286"/>
                      <a:pt x="71" y="286"/>
                      <a:pt x="71" y="286"/>
                    </a:cubicBezTo>
                    <a:cubicBezTo>
                      <a:pt x="181" y="215"/>
                      <a:pt x="181" y="215"/>
                      <a:pt x="181" y="215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67" y="257"/>
                      <a:pt x="67" y="257"/>
                      <a:pt x="67" y="257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81" y="203"/>
                      <a:pt x="81" y="203"/>
                      <a:pt x="81" y="203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21" y="185"/>
                      <a:pt x="21" y="185"/>
                      <a:pt x="21" y="185"/>
                    </a:cubicBezTo>
                    <a:cubicBezTo>
                      <a:pt x="0" y="153"/>
                      <a:pt x="0" y="153"/>
                      <a:pt x="0" y="153"/>
                    </a:cubicBezTo>
                    <a:lnTo>
                      <a:pt x="236" y="0"/>
                    </a:lnTo>
                    <a:close/>
                    <a:moveTo>
                      <a:pt x="99" y="134"/>
                    </a:moveTo>
                    <a:cubicBezTo>
                      <a:pt x="125" y="175"/>
                      <a:pt x="125" y="175"/>
                      <a:pt x="125" y="175"/>
                    </a:cubicBezTo>
                    <a:cubicBezTo>
                      <a:pt x="205" y="122"/>
                      <a:pt x="205" y="122"/>
                      <a:pt x="205" y="122"/>
                    </a:cubicBezTo>
                    <a:cubicBezTo>
                      <a:pt x="179" y="82"/>
                      <a:pt x="179" y="82"/>
                      <a:pt x="179" y="82"/>
                    </a:cubicBezTo>
                    <a:lnTo>
                      <a:pt x="99" y="134"/>
                    </a:lnTo>
                    <a:close/>
                    <a:moveTo>
                      <a:pt x="348" y="182"/>
                    </a:moveTo>
                    <a:cubicBezTo>
                      <a:pt x="411" y="278"/>
                      <a:pt x="411" y="278"/>
                      <a:pt x="411" y="278"/>
                    </a:cubicBezTo>
                    <a:cubicBezTo>
                      <a:pt x="219" y="403"/>
                      <a:pt x="219" y="403"/>
                      <a:pt x="219" y="403"/>
                    </a:cubicBezTo>
                    <a:cubicBezTo>
                      <a:pt x="207" y="411"/>
                      <a:pt x="196" y="413"/>
                      <a:pt x="186" y="412"/>
                    </a:cubicBezTo>
                    <a:cubicBezTo>
                      <a:pt x="177" y="410"/>
                      <a:pt x="169" y="404"/>
                      <a:pt x="162" y="394"/>
                    </a:cubicBezTo>
                    <a:cubicBezTo>
                      <a:pt x="120" y="329"/>
                      <a:pt x="120" y="329"/>
                      <a:pt x="120" y="329"/>
                    </a:cubicBezTo>
                    <a:lnTo>
                      <a:pt x="348" y="182"/>
                    </a:lnTo>
                    <a:close/>
                    <a:moveTo>
                      <a:pt x="185" y="333"/>
                    </a:moveTo>
                    <a:cubicBezTo>
                      <a:pt x="206" y="365"/>
                      <a:pt x="206" y="365"/>
                      <a:pt x="206" y="365"/>
                    </a:cubicBezTo>
                    <a:cubicBezTo>
                      <a:pt x="346" y="275"/>
                      <a:pt x="346" y="275"/>
                      <a:pt x="346" y="275"/>
                    </a:cubicBezTo>
                    <a:cubicBezTo>
                      <a:pt x="325" y="243"/>
                      <a:pt x="325" y="243"/>
                      <a:pt x="325" y="243"/>
                    </a:cubicBezTo>
                    <a:lnTo>
                      <a:pt x="185" y="3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49" name="직사각형 848">
              <a:hlinkClick r:id="rId3"/>
              <a:extLst>
                <a:ext uri="{FF2B5EF4-FFF2-40B4-BE49-F238E27FC236}">
                  <a16:creationId xmlns:a16="http://schemas.microsoft.com/office/drawing/2014/main" id="{1B7353D2-AEB6-421B-BFA2-E9EE195A0231}"/>
                </a:ext>
              </a:extLst>
            </p:cNvPr>
            <p:cNvSpPr/>
            <p:nvPr/>
          </p:nvSpPr>
          <p:spPr>
            <a:xfrm>
              <a:off x="5712822" y="6200502"/>
              <a:ext cx="766355" cy="34834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15F7B7-87E3-4D35-8128-EFC809EB6FF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25" name="그림 24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558AEA-2206-4E3E-BC24-5339221C1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17D8961-9669-402B-BA6C-7F8569A118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352" y="1981074"/>
            <a:ext cx="3871296" cy="2895851"/>
          </a:xfrm>
          <a:prstGeom prst="rect">
            <a:avLst/>
          </a:prstGeom>
        </p:spPr>
      </p:pic>
      <p:pic>
        <p:nvPicPr>
          <p:cNvPr id="35" name="Google Shape;13;p12">
            <a:extLst>
              <a:ext uri="{FF2B5EF4-FFF2-40B4-BE49-F238E27FC236}">
                <a16:creationId xmlns:a16="http://schemas.microsoft.com/office/drawing/2014/main" id="{3E9FFDFD-8EE8-45A9-B9D9-7085CC4696F2}"/>
              </a:ext>
            </a:extLst>
          </p:cNvPr>
          <p:cNvPicPr preferRelativeResize="0"/>
          <p:nvPr userDrawn="1"/>
        </p:nvPicPr>
        <p:blipFill rotWithShape="1">
          <a:blip r:embed="rId6"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4366133"/>
            <a:ext cx="9900000" cy="1723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648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2142" name="그룹 2141">
            <a:extLst>
              <a:ext uri="{FF2B5EF4-FFF2-40B4-BE49-F238E27FC236}">
                <a16:creationId xmlns:a16="http://schemas.microsoft.com/office/drawing/2014/main" id="{79C7A897-C62A-4D21-A173-4071B14917E0}"/>
              </a:ext>
            </a:extLst>
          </p:cNvPr>
          <p:cNvGrpSpPr/>
          <p:nvPr userDrawn="1"/>
        </p:nvGrpSpPr>
        <p:grpSpPr>
          <a:xfrm>
            <a:off x="275871" y="1669802"/>
            <a:ext cx="9612018" cy="4066687"/>
            <a:chOff x="281556" y="1697682"/>
            <a:chExt cx="9612018" cy="4066687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AEB5F17-E706-4A36-B955-F17DCD1F629E}"/>
                </a:ext>
              </a:extLst>
            </p:cNvPr>
            <p:cNvGrpSpPr/>
            <p:nvPr userDrawn="1"/>
          </p:nvGrpSpPr>
          <p:grpSpPr>
            <a:xfrm>
              <a:off x="281556" y="1914376"/>
              <a:ext cx="9402931" cy="3849993"/>
              <a:chOff x="8671" y="1888897"/>
              <a:chExt cx="9902868" cy="4033691"/>
            </a:xfrm>
          </p:grpSpPr>
          <p:sp>
            <p:nvSpPr>
              <p:cNvPr id="1725" name="object 41">
                <a:extLst>
                  <a:ext uri="{FF2B5EF4-FFF2-40B4-BE49-F238E27FC236}">
                    <a16:creationId xmlns:a16="http://schemas.microsoft.com/office/drawing/2014/main" id="{860F9338-7DCE-46E2-8DBC-1BA471FA520A}"/>
                  </a:ext>
                </a:extLst>
              </p:cNvPr>
              <p:cNvSpPr/>
              <p:nvPr userDrawn="1"/>
            </p:nvSpPr>
            <p:spPr>
              <a:xfrm>
                <a:off x="3731618" y="305958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6" name="object 42">
                <a:extLst>
                  <a:ext uri="{FF2B5EF4-FFF2-40B4-BE49-F238E27FC236}">
                    <a16:creationId xmlns:a16="http://schemas.microsoft.com/office/drawing/2014/main" id="{24CDDA97-A917-43B1-ACB2-CDB04642AD1D}"/>
                  </a:ext>
                </a:extLst>
              </p:cNvPr>
              <p:cNvSpPr/>
              <p:nvPr userDrawn="1"/>
            </p:nvSpPr>
            <p:spPr>
              <a:xfrm>
                <a:off x="3733491" y="296397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7" name="object 43">
                <a:extLst>
                  <a:ext uri="{FF2B5EF4-FFF2-40B4-BE49-F238E27FC236}">
                    <a16:creationId xmlns:a16="http://schemas.microsoft.com/office/drawing/2014/main" id="{FE39CCA3-287B-4C2E-9C62-88553AA1B47B}"/>
                  </a:ext>
                </a:extLst>
              </p:cNvPr>
              <p:cNvSpPr/>
              <p:nvPr userDrawn="1"/>
            </p:nvSpPr>
            <p:spPr>
              <a:xfrm>
                <a:off x="3735362" y="286837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1" name="object 47">
                <a:extLst>
                  <a:ext uri="{FF2B5EF4-FFF2-40B4-BE49-F238E27FC236}">
                    <a16:creationId xmlns:a16="http://schemas.microsoft.com/office/drawing/2014/main" id="{8ECBAE2E-1442-4D26-9654-B96157CC00E6}"/>
                  </a:ext>
                </a:extLst>
              </p:cNvPr>
              <p:cNvSpPr/>
              <p:nvPr userDrawn="1"/>
            </p:nvSpPr>
            <p:spPr>
              <a:xfrm>
                <a:off x="3634062" y="305958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2" name="object 48">
                <a:extLst>
                  <a:ext uri="{FF2B5EF4-FFF2-40B4-BE49-F238E27FC236}">
                    <a16:creationId xmlns:a16="http://schemas.microsoft.com/office/drawing/2014/main" id="{53CA2E13-84C8-4B19-83A7-652E157C202A}"/>
                  </a:ext>
                </a:extLst>
              </p:cNvPr>
              <p:cNvSpPr/>
              <p:nvPr userDrawn="1"/>
            </p:nvSpPr>
            <p:spPr>
              <a:xfrm>
                <a:off x="3635932" y="296397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3" name="object 49">
                <a:extLst>
                  <a:ext uri="{FF2B5EF4-FFF2-40B4-BE49-F238E27FC236}">
                    <a16:creationId xmlns:a16="http://schemas.microsoft.com/office/drawing/2014/main" id="{038778DF-1319-401A-9400-74C2F99021FF}"/>
                  </a:ext>
                </a:extLst>
              </p:cNvPr>
              <p:cNvSpPr/>
              <p:nvPr userDrawn="1"/>
            </p:nvSpPr>
            <p:spPr>
              <a:xfrm>
                <a:off x="3637806" y="286837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7" name="object 53">
                <a:extLst>
                  <a:ext uri="{FF2B5EF4-FFF2-40B4-BE49-F238E27FC236}">
                    <a16:creationId xmlns:a16="http://schemas.microsoft.com/office/drawing/2014/main" id="{9AD7D59C-79BD-4AB7-9767-B38E7D3F5A9A}"/>
                  </a:ext>
                </a:extLst>
              </p:cNvPr>
              <p:cNvSpPr/>
              <p:nvPr userDrawn="1"/>
            </p:nvSpPr>
            <p:spPr>
              <a:xfrm>
                <a:off x="3538376" y="306152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8" name="object 54">
                <a:extLst>
                  <a:ext uri="{FF2B5EF4-FFF2-40B4-BE49-F238E27FC236}">
                    <a16:creationId xmlns:a16="http://schemas.microsoft.com/office/drawing/2014/main" id="{DD5A0C68-7345-43CD-A982-97579CF08AE1}"/>
                  </a:ext>
                </a:extLst>
              </p:cNvPr>
              <p:cNvSpPr/>
              <p:nvPr userDrawn="1"/>
            </p:nvSpPr>
            <p:spPr>
              <a:xfrm>
                <a:off x="3540247" y="296592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2" name="object 58">
                <a:extLst>
                  <a:ext uri="{FF2B5EF4-FFF2-40B4-BE49-F238E27FC236}">
                    <a16:creationId xmlns:a16="http://schemas.microsoft.com/office/drawing/2014/main" id="{D32861F0-6356-455D-976B-B588AE23F86A}"/>
                  </a:ext>
                </a:extLst>
              </p:cNvPr>
              <p:cNvSpPr/>
              <p:nvPr userDrawn="1"/>
            </p:nvSpPr>
            <p:spPr>
              <a:xfrm>
                <a:off x="3440819" y="306152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3" name="object 59">
                <a:extLst>
                  <a:ext uri="{FF2B5EF4-FFF2-40B4-BE49-F238E27FC236}">
                    <a16:creationId xmlns:a16="http://schemas.microsoft.com/office/drawing/2014/main" id="{5A132F7F-1AE4-4235-BDE0-CD5CCEA6BAAC}"/>
                  </a:ext>
                </a:extLst>
              </p:cNvPr>
              <p:cNvSpPr/>
              <p:nvPr userDrawn="1"/>
            </p:nvSpPr>
            <p:spPr>
              <a:xfrm>
                <a:off x="3442689" y="296592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7" name="object 63">
                <a:extLst>
                  <a:ext uri="{FF2B5EF4-FFF2-40B4-BE49-F238E27FC236}">
                    <a16:creationId xmlns:a16="http://schemas.microsoft.com/office/drawing/2014/main" id="{3638988C-29E6-49CF-AFC2-D71F1487062A}"/>
                  </a:ext>
                </a:extLst>
              </p:cNvPr>
              <p:cNvSpPr/>
              <p:nvPr userDrawn="1"/>
            </p:nvSpPr>
            <p:spPr>
              <a:xfrm>
                <a:off x="3345131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1" name="object 67">
                <a:extLst>
                  <a:ext uri="{FF2B5EF4-FFF2-40B4-BE49-F238E27FC236}">
                    <a16:creationId xmlns:a16="http://schemas.microsoft.com/office/drawing/2014/main" id="{4DCE6BCE-DF99-4015-BC2B-41C86113E7A8}"/>
                  </a:ext>
                </a:extLst>
              </p:cNvPr>
              <p:cNvSpPr/>
              <p:nvPr userDrawn="1"/>
            </p:nvSpPr>
            <p:spPr>
              <a:xfrm>
                <a:off x="3247574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5" name="object 71">
                <a:extLst>
                  <a:ext uri="{FF2B5EF4-FFF2-40B4-BE49-F238E27FC236}">
                    <a16:creationId xmlns:a16="http://schemas.microsoft.com/office/drawing/2014/main" id="{B815CF4B-6E20-44B6-849B-509649F96C7B}"/>
                  </a:ext>
                </a:extLst>
              </p:cNvPr>
              <p:cNvSpPr/>
              <p:nvPr userDrawn="1"/>
            </p:nvSpPr>
            <p:spPr>
              <a:xfrm>
                <a:off x="3150018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3" name="object 119">
                <a:extLst>
                  <a:ext uri="{FF2B5EF4-FFF2-40B4-BE49-F238E27FC236}">
                    <a16:creationId xmlns:a16="http://schemas.microsoft.com/office/drawing/2014/main" id="{D55B6E50-0227-4D31-9B5C-77F0CC51B566}"/>
                  </a:ext>
                </a:extLst>
              </p:cNvPr>
              <p:cNvSpPr/>
              <p:nvPr userDrawn="1"/>
            </p:nvSpPr>
            <p:spPr>
              <a:xfrm>
                <a:off x="4506461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4" name="object 120">
                <a:extLst>
                  <a:ext uri="{FF2B5EF4-FFF2-40B4-BE49-F238E27FC236}">
                    <a16:creationId xmlns:a16="http://schemas.microsoft.com/office/drawing/2014/main" id="{7B6A74D7-642B-4495-A523-9FFC54875A65}"/>
                  </a:ext>
                </a:extLst>
              </p:cNvPr>
              <p:cNvSpPr/>
              <p:nvPr userDrawn="1"/>
            </p:nvSpPr>
            <p:spPr>
              <a:xfrm>
                <a:off x="4508333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5" name="object 121">
                <a:extLst>
                  <a:ext uri="{FF2B5EF4-FFF2-40B4-BE49-F238E27FC236}">
                    <a16:creationId xmlns:a16="http://schemas.microsoft.com/office/drawing/2014/main" id="{EAAE6112-4A00-4CB1-BC60-3A3C8DD11B69}"/>
                  </a:ext>
                </a:extLst>
              </p:cNvPr>
              <p:cNvSpPr/>
              <p:nvPr userDrawn="1"/>
            </p:nvSpPr>
            <p:spPr>
              <a:xfrm>
                <a:off x="4510206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6" name="object 122">
                <a:extLst>
                  <a:ext uri="{FF2B5EF4-FFF2-40B4-BE49-F238E27FC236}">
                    <a16:creationId xmlns:a16="http://schemas.microsoft.com/office/drawing/2014/main" id="{2EE1E66B-3544-41D8-9218-2AB9FAEDF801}"/>
                  </a:ext>
                </a:extLst>
              </p:cNvPr>
              <p:cNvSpPr/>
              <p:nvPr userDrawn="1"/>
            </p:nvSpPr>
            <p:spPr>
              <a:xfrm>
                <a:off x="4512078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9" name="object 125">
                <a:extLst>
                  <a:ext uri="{FF2B5EF4-FFF2-40B4-BE49-F238E27FC236}">
                    <a16:creationId xmlns:a16="http://schemas.microsoft.com/office/drawing/2014/main" id="{8A08DADC-5B87-4DDD-AAA8-533B4B87ABD2}"/>
                  </a:ext>
                </a:extLst>
              </p:cNvPr>
              <p:cNvSpPr/>
              <p:nvPr userDrawn="1"/>
            </p:nvSpPr>
            <p:spPr>
              <a:xfrm>
                <a:off x="4701576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0" name="object 126">
                <a:extLst>
                  <a:ext uri="{FF2B5EF4-FFF2-40B4-BE49-F238E27FC236}">
                    <a16:creationId xmlns:a16="http://schemas.microsoft.com/office/drawing/2014/main" id="{0013F1B3-D7F6-4DA9-83A0-44E1199BE74B}"/>
                  </a:ext>
                </a:extLst>
              </p:cNvPr>
              <p:cNvSpPr/>
              <p:nvPr userDrawn="1"/>
            </p:nvSpPr>
            <p:spPr>
              <a:xfrm>
                <a:off x="4703448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1" name="object 127">
                <a:extLst>
                  <a:ext uri="{FF2B5EF4-FFF2-40B4-BE49-F238E27FC236}">
                    <a16:creationId xmlns:a16="http://schemas.microsoft.com/office/drawing/2014/main" id="{3A5F8B67-4B0D-4934-9164-38A0AF073B35}"/>
                  </a:ext>
                </a:extLst>
              </p:cNvPr>
              <p:cNvSpPr/>
              <p:nvPr userDrawn="1"/>
            </p:nvSpPr>
            <p:spPr>
              <a:xfrm>
                <a:off x="4705320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2" name="object 128">
                <a:extLst>
                  <a:ext uri="{FF2B5EF4-FFF2-40B4-BE49-F238E27FC236}">
                    <a16:creationId xmlns:a16="http://schemas.microsoft.com/office/drawing/2014/main" id="{2709B9E0-9A0A-4E27-9665-4ED2CF08C80A}"/>
                  </a:ext>
                </a:extLst>
              </p:cNvPr>
              <p:cNvSpPr/>
              <p:nvPr userDrawn="1"/>
            </p:nvSpPr>
            <p:spPr>
              <a:xfrm>
                <a:off x="4707191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3" name="object 129">
                <a:extLst>
                  <a:ext uri="{FF2B5EF4-FFF2-40B4-BE49-F238E27FC236}">
                    <a16:creationId xmlns:a16="http://schemas.microsoft.com/office/drawing/2014/main" id="{575EB5F8-9A73-4B4D-9743-8FDD79857FE8}"/>
                  </a:ext>
                </a:extLst>
              </p:cNvPr>
              <p:cNvSpPr/>
              <p:nvPr userDrawn="1"/>
            </p:nvSpPr>
            <p:spPr>
              <a:xfrm>
                <a:off x="470906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4" name="object 130">
                <a:extLst>
                  <a:ext uri="{FF2B5EF4-FFF2-40B4-BE49-F238E27FC236}">
                    <a16:creationId xmlns:a16="http://schemas.microsoft.com/office/drawing/2014/main" id="{B5FBD9CA-390A-4D3A-A7AC-6A97D5B19283}"/>
                  </a:ext>
                </a:extLst>
              </p:cNvPr>
              <p:cNvSpPr/>
              <p:nvPr userDrawn="1"/>
            </p:nvSpPr>
            <p:spPr>
              <a:xfrm>
                <a:off x="4710935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5" name="object 131">
                <a:extLst>
                  <a:ext uri="{FF2B5EF4-FFF2-40B4-BE49-F238E27FC236}">
                    <a16:creationId xmlns:a16="http://schemas.microsoft.com/office/drawing/2014/main" id="{E422A4ED-EB8F-4F49-A436-B23F47FDBB2F}"/>
                  </a:ext>
                </a:extLst>
              </p:cNvPr>
              <p:cNvSpPr/>
              <p:nvPr userDrawn="1"/>
            </p:nvSpPr>
            <p:spPr>
              <a:xfrm>
                <a:off x="4799134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6" name="object 132">
                <a:extLst>
                  <a:ext uri="{FF2B5EF4-FFF2-40B4-BE49-F238E27FC236}">
                    <a16:creationId xmlns:a16="http://schemas.microsoft.com/office/drawing/2014/main" id="{1F1E67E7-1D4C-40AE-BED8-04D5541BA91F}"/>
                  </a:ext>
                </a:extLst>
              </p:cNvPr>
              <p:cNvSpPr/>
              <p:nvPr userDrawn="1"/>
            </p:nvSpPr>
            <p:spPr>
              <a:xfrm>
                <a:off x="4801008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7" name="object 133">
                <a:extLst>
                  <a:ext uri="{FF2B5EF4-FFF2-40B4-BE49-F238E27FC236}">
                    <a16:creationId xmlns:a16="http://schemas.microsoft.com/office/drawing/2014/main" id="{029AB8D5-3AD3-44A8-B9D1-38B3AFCB71A3}"/>
                  </a:ext>
                </a:extLst>
              </p:cNvPr>
              <p:cNvSpPr/>
              <p:nvPr userDrawn="1"/>
            </p:nvSpPr>
            <p:spPr>
              <a:xfrm>
                <a:off x="480287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8" name="object 134">
                <a:extLst>
                  <a:ext uri="{FF2B5EF4-FFF2-40B4-BE49-F238E27FC236}">
                    <a16:creationId xmlns:a16="http://schemas.microsoft.com/office/drawing/2014/main" id="{BD86C76E-53C4-41E1-8BFC-5BD70F722009}"/>
                  </a:ext>
                </a:extLst>
              </p:cNvPr>
              <p:cNvSpPr/>
              <p:nvPr userDrawn="1"/>
            </p:nvSpPr>
            <p:spPr>
              <a:xfrm>
                <a:off x="4804749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9" name="object 135">
                <a:extLst>
                  <a:ext uri="{FF2B5EF4-FFF2-40B4-BE49-F238E27FC236}">
                    <a16:creationId xmlns:a16="http://schemas.microsoft.com/office/drawing/2014/main" id="{DD804B39-05B1-45BD-879B-4B743DF007E5}"/>
                  </a:ext>
                </a:extLst>
              </p:cNvPr>
              <p:cNvSpPr/>
              <p:nvPr userDrawn="1"/>
            </p:nvSpPr>
            <p:spPr>
              <a:xfrm>
                <a:off x="4806621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0" name="object 136">
                <a:extLst>
                  <a:ext uri="{FF2B5EF4-FFF2-40B4-BE49-F238E27FC236}">
                    <a16:creationId xmlns:a16="http://schemas.microsoft.com/office/drawing/2014/main" id="{102F5278-B058-40D7-A33B-29F9CF73A152}"/>
                  </a:ext>
                </a:extLst>
              </p:cNvPr>
              <p:cNvSpPr/>
              <p:nvPr userDrawn="1"/>
            </p:nvSpPr>
            <p:spPr>
              <a:xfrm>
                <a:off x="4808493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1" name="object 137">
                <a:extLst>
                  <a:ext uri="{FF2B5EF4-FFF2-40B4-BE49-F238E27FC236}">
                    <a16:creationId xmlns:a16="http://schemas.microsoft.com/office/drawing/2014/main" id="{4238CB32-FC3D-4C82-8D6A-2D5A0268D915}"/>
                  </a:ext>
                </a:extLst>
              </p:cNvPr>
              <p:cNvSpPr/>
              <p:nvPr userDrawn="1"/>
            </p:nvSpPr>
            <p:spPr>
              <a:xfrm>
                <a:off x="4896693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2" name="object 138">
                <a:extLst>
                  <a:ext uri="{FF2B5EF4-FFF2-40B4-BE49-F238E27FC236}">
                    <a16:creationId xmlns:a16="http://schemas.microsoft.com/office/drawing/2014/main" id="{B8A3FEE9-4BEB-44DB-880D-A220BB491212}"/>
                  </a:ext>
                </a:extLst>
              </p:cNvPr>
              <p:cNvSpPr/>
              <p:nvPr userDrawn="1"/>
            </p:nvSpPr>
            <p:spPr>
              <a:xfrm>
                <a:off x="4898562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3" name="object 139">
                <a:extLst>
                  <a:ext uri="{FF2B5EF4-FFF2-40B4-BE49-F238E27FC236}">
                    <a16:creationId xmlns:a16="http://schemas.microsoft.com/office/drawing/2014/main" id="{26FC632A-59FA-4BFA-AD7A-1F18575580D4}"/>
                  </a:ext>
                </a:extLst>
              </p:cNvPr>
              <p:cNvSpPr/>
              <p:nvPr userDrawn="1"/>
            </p:nvSpPr>
            <p:spPr>
              <a:xfrm>
                <a:off x="4900434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4" name="object 140">
                <a:extLst>
                  <a:ext uri="{FF2B5EF4-FFF2-40B4-BE49-F238E27FC236}">
                    <a16:creationId xmlns:a16="http://schemas.microsoft.com/office/drawing/2014/main" id="{260CFEF6-C799-43ED-B3CF-BBBB7AAD9770}"/>
                  </a:ext>
                </a:extLst>
              </p:cNvPr>
              <p:cNvSpPr/>
              <p:nvPr userDrawn="1"/>
            </p:nvSpPr>
            <p:spPr>
              <a:xfrm>
                <a:off x="490230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5" name="object 141">
                <a:extLst>
                  <a:ext uri="{FF2B5EF4-FFF2-40B4-BE49-F238E27FC236}">
                    <a16:creationId xmlns:a16="http://schemas.microsoft.com/office/drawing/2014/main" id="{CDB3A164-A163-45BE-9370-CB23137D8BAF}"/>
                  </a:ext>
                </a:extLst>
              </p:cNvPr>
              <p:cNvSpPr/>
              <p:nvPr userDrawn="1"/>
            </p:nvSpPr>
            <p:spPr>
              <a:xfrm>
                <a:off x="4904178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6" name="object 142">
                <a:extLst>
                  <a:ext uri="{FF2B5EF4-FFF2-40B4-BE49-F238E27FC236}">
                    <a16:creationId xmlns:a16="http://schemas.microsoft.com/office/drawing/2014/main" id="{1B8E6E87-C722-467F-8E08-3690631A254D}"/>
                  </a:ext>
                </a:extLst>
              </p:cNvPr>
              <p:cNvSpPr/>
              <p:nvPr userDrawn="1"/>
            </p:nvSpPr>
            <p:spPr>
              <a:xfrm>
                <a:off x="4906048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7" name="object 143">
                <a:extLst>
                  <a:ext uri="{FF2B5EF4-FFF2-40B4-BE49-F238E27FC236}">
                    <a16:creationId xmlns:a16="http://schemas.microsoft.com/office/drawing/2014/main" id="{3056876A-775A-412A-8CF2-06B0C76E4FFD}"/>
                  </a:ext>
                </a:extLst>
              </p:cNvPr>
              <p:cNvSpPr/>
              <p:nvPr userDrawn="1"/>
            </p:nvSpPr>
            <p:spPr>
              <a:xfrm>
                <a:off x="4994249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8" name="object 144">
                <a:extLst>
                  <a:ext uri="{FF2B5EF4-FFF2-40B4-BE49-F238E27FC236}">
                    <a16:creationId xmlns:a16="http://schemas.microsoft.com/office/drawing/2014/main" id="{7DFBC9FD-97B9-4CCE-88A2-1404BF4C6726}"/>
                  </a:ext>
                </a:extLst>
              </p:cNvPr>
              <p:cNvSpPr/>
              <p:nvPr userDrawn="1"/>
            </p:nvSpPr>
            <p:spPr>
              <a:xfrm>
                <a:off x="4996120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9" name="object 145">
                <a:extLst>
                  <a:ext uri="{FF2B5EF4-FFF2-40B4-BE49-F238E27FC236}">
                    <a16:creationId xmlns:a16="http://schemas.microsoft.com/office/drawing/2014/main" id="{54AD6CD2-4502-4523-A908-D282945261C5}"/>
                  </a:ext>
                </a:extLst>
              </p:cNvPr>
              <p:cNvSpPr/>
              <p:nvPr userDrawn="1"/>
            </p:nvSpPr>
            <p:spPr>
              <a:xfrm>
                <a:off x="4997992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0" name="object 146">
                <a:extLst>
                  <a:ext uri="{FF2B5EF4-FFF2-40B4-BE49-F238E27FC236}">
                    <a16:creationId xmlns:a16="http://schemas.microsoft.com/office/drawing/2014/main" id="{5499FBCD-F20C-4E7D-AC68-23E90618FAC5}"/>
                  </a:ext>
                </a:extLst>
              </p:cNvPr>
              <p:cNvSpPr/>
              <p:nvPr userDrawn="1"/>
            </p:nvSpPr>
            <p:spPr>
              <a:xfrm>
                <a:off x="4999864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1" name="object 147">
                <a:extLst>
                  <a:ext uri="{FF2B5EF4-FFF2-40B4-BE49-F238E27FC236}">
                    <a16:creationId xmlns:a16="http://schemas.microsoft.com/office/drawing/2014/main" id="{C7262C1F-23C8-41F4-8F98-C97EBF34A254}"/>
                  </a:ext>
                </a:extLst>
              </p:cNvPr>
              <p:cNvSpPr/>
              <p:nvPr userDrawn="1"/>
            </p:nvSpPr>
            <p:spPr>
              <a:xfrm>
                <a:off x="500173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2" name="object 148">
                <a:extLst>
                  <a:ext uri="{FF2B5EF4-FFF2-40B4-BE49-F238E27FC236}">
                    <a16:creationId xmlns:a16="http://schemas.microsoft.com/office/drawing/2014/main" id="{75556463-6ED1-4605-81FE-7A6757A48A77}"/>
                  </a:ext>
                </a:extLst>
              </p:cNvPr>
              <p:cNvSpPr/>
              <p:nvPr userDrawn="1"/>
            </p:nvSpPr>
            <p:spPr>
              <a:xfrm>
                <a:off x="5003607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3" name="object 149">
                <a:extLst>
                  <a:ext uri="{FF2B5EF4-FFF2-40B4-BE49-F238E27FC236}">
                    <a16:creationId xmlns:a16="http://schemas.microsoft.com/office/drawing/2014/main" id="{22892208-9347-4E50-89A8-AF06D82D6493}"/>
                  </a:ext>
                </a:extLst>
              </p:cNvPr>
              <p:cNvSpPr/>
              <p:nvPr userDrawn="1"/>
            </p:nvSpPr>
            <p:spPr>
              <a:xfrm>
                <a:off x="5189363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4" name="object 150">
                <a:extLst>
                  <a:ext uri="{FF2B5EF4-FFF2-40B4-BE49-F238E27FC236}">
                    <a16:creationId xmlns:a16="http://schemas.microsoft.com/office/drawing/2014/main" id="{228F47A7-AF9D-4429-96B7-5EDDD46F5727}"/>
                  </a:ext>
                </a:extLst>
              </p:cNvPr>
              <p:cNvSpPr/>
              <p:nvPr userDrawn="1"/>
            </p:nvSpPr>
            <p:spPr>
              <a:xfrm>
                <a:off x="5191235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5" name="object 151">
                <a:extLst>
                  <a:ext uri="{FF2B5EF4-FFF2-40B4-BE49-F238E27FC236}">
                    <a16:creationId xmlns:a16="http://schemas.microsoft.com/office/drawing/2014/main" id="{63237363-8460-4AC9-B137-B02B95FA65D6}"/>
                  </a:ext>
                </a:extLst>
              </p:cNvPr>
              <p:cNvSpPr/>
              <p:nvPr userDrawn="1"/>
            </p:nvSpPr>
            <p:spPr>
              <a:xfrm>
                <a:off x="5193107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6" name="object 152">
                <a:extLst>
                  <a:ext uri="{FF2B5EF4-FFF2-40B4-BE49-F238E27FC236}">
                    <a16:creationId xmlns:a16="http://schemas.microsoft.com/office/drawing/2014/main" id="{79610054-9886-41C3-802F-234EBB8155F7}"/>
                  </a:ext>
                </a:extLst>
              </p:cNvPr>
              <p:cNvSpPr/>
              <p:nvPr userDrawn="1"/>
            </p:nvSpPr>
            <p:spPr>
              <a:xfrm>
                <a:off x="5194978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7" name="object 153">
                <a:extLst>
                  <a:ext uri="{FF2B5EF4-FFF2-40B4-BE49-F238E27FC236}">
                    <a16:creationId xmlns:a16="http://schemas.microsoft.com/office/drawing/2014/main" id="{E17EC628-CDAC-47DA-B3BD-E4F357A240FC}"/>
                  </a:ext>
                </a:extLst>
              </p:cNvPr>
              <p:cNvSpPr/>
              <p:nvPr userDrawn="1"/>
            </p:nvSpPr>
            <p:spPr>
              <a:xfrm>
                <a:off x="5196850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8" name="object 154">
                <a:extLst>
                  <a:ext uri="{FF2B5EF4-FFF2-40B4-BE49-F238E27FC236}">
                    <a16:creationId xmlns:a16="http://schemas.microsoft.com/office/drawing/2014/main" id="{910289A9-8FBD-419B-B4EC-6DC915460857}"/>
                  </a:ext>
                </a:extLst>
              </p:cNvPr>
              <p:cNvSpPr/>
              <p:nvPr userDrawn="1"/>
            </p:nvSpPr>
            <p:spPr>
              <a:xfrm>
                <a:off x="5198722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9" name="object 155">
                <a:extLst>
                  <a:ext uri="{FF2B5EF4-FFF2-40B4-BE49-F238E27FC236}">
                    <a16:creationId xmlns:a16="http://schemas.microsoft.com/office/drawing/2014/main" id="{C6FC708C-8CA0-4062-97F5-BD986294AEE5}"/>
                  </a:ext>
                </a:extLst>
              </p:cNvPr>
              <p:cNvSpPr/>
              <p:nvPr userDrawn="1"/>
            </p:nvSpPr>
            <p:spPr>
              <a:xfrm>
                <a:off x="5286921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0" name="object 156">
                <a:extLst>
                  <a:ext uri="{FF2B5EF4-FFF2-40B4-BE49-F238E27FC236}">
                    <a16:creationId xmlns:a16="http://schemas.microsoft.com/office/drawing/2014/main" id="{0F5FB5F8-C542-4990-9674-1796097720FC}"/>
                  </a:ext>
                </a:extLst>
              </p:cNvPr>
              <p:cNvSpPr/>
              <p:nvPr userDrawn="1"/>
            </p:nvSpPr>
            <p:spPr>
              <a:xfrm>
                <a:off x="528879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1" name="object 157">
                <a:extLst>
                  <a:ext uri="{FF2B5EF4-FFF2-40B4-BE49-F238E27FC236}">
                    <a16:creationId xmlns:a16="http://schemas.microsoft.com/office/drawing/2014/main" id="{1BFF1010-DB66-4929-A9D6-7059809BCCC9}"/>
                  </a:ext>
                </a:extLst>
              </p:cNvPr>
              <p:cNvSpPr/>
              <p:nvPr userDrawn="1"/>
            </p:nvSpPr>
            <p:spPr>
              <a:xfrm>
                <a:off x="5290664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2" name="object 158">
                <a:extLst>
                  <a:ext uri="{FF2B5EF4-FFF2-40B4-BE49-F238E27FC236}">
                    <a16:creationId xmlns:a16="http://schemas.microsoft.com/office/drawing/2014/main" id="{21561896-B362-41B1-AA0F-20D435AACD1A}"/>
                  </a:ext>
                </a:extLst>
              </p:cNvPr>
              <p:cNvSpPr/>
              <p:nvPr userDrawn="1"/>
            </p:nvSpPr>
            <p:spPr>
              <a:xfrm>
                <a:off x="5292536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3" name="object 159">
                <a:extLst>
                  <a:ext uri="{FF2B5EF4-FFF2-40B4-BE49-F238E27FC236}">
                    <a16:creationId xmlns:a16="http://schemas.microsoft.com/office/drawing/2014/main" id="{092D9D38-8CAE-4B8B-AD1E-6586671B96EC}"/>
                  </a:ext>
                </a:extLst>
              </p:cNvPr>
              <p:cNvSpPr/>
              <p:nvPr userDrawn="1"/>
            </p:nvSpPr>
            <p:spPr>
              <a:xfrm>
                <a:off x="5294408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4" name="object 160">
                <a:extLst>
                  <a:ext uri="{FF2B5EF4-FFF2-40B4-BE49-F238E27FC236}">
                    <a16:creationId xmlns:a16="http://schemas.microsoft.com/office/drawing/2014/main" id="{EBC6AF86-9D5A-4227-B7D6-EA93D0CE46F1}"/>
                  </a:ext>
                </a:extLst>
              </p:cNvPr>
              <p:cNvSpPr/>
              <p:nvPr userDrawn="1"/>
            </p:nvSpPr>
            <p:spPr>
              <a:xfrm>
                <a:off x="5296280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5" name="object 161">
                <a:extLst>
                  <a:ext uri="{FF2B5EF4-FFF2-40B4-BE49-F238E27FC236}">
                    <a16:creationId xmlns:a16="http://schemas.microsoft.com/office/drawing/2014/main" id="{51C20F36-F148-4FF8-8B53-772D615770B2}"/>
                  </a:ext>
                </a:extLst>
              </p:cNvPr>
              <p:cNvSpPr/>
              <p:nvPr userDrawn="1"/>
            </p:nvSpPr>
            <p:spPr>
              <a:xfrm>
                <a:off x="5384479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6" name="object 162">
                <a:extLst>
                  <a:ext uri="{FF2B5EF4-FFF2-40B4-BE49-F238E27FC236}">
                    <a16:creationId xmlns:a16="http://schemas.microsoft.com/office/drawing/2014/main" id="{2BED3B45-AC81-4E67-91F6-E14A417B90AB}"/>
                  </a:ext>
                </a:extLst>
              </p:cNvPr>
              <p:cNvSpPr/>
              <p:nvPr userDrawn="1"/>
            </p:nvSpPr>
            <p:spPr>
              <a:xfrm>
                <a:off x="5386351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7" name="object 163">
                <a:extLst>
                  <a:ext uri="{FF2B5EF4-FFF2-40B4-BE49-F238E27FC236}">
                    <a16:creationId xmlns:a16="http://schemas.microsoft.com/office/drawing/2014/main" id="{80183E69-0485-49C9-8E58-7B145708E056}"/>
                  </a:ext>
                </a:extLst>
              </p:cNvPr>
              <p:cNvSpPr/>
              <p:nvPr userDrawn="1"/>
            </p:nvSpPr>
            <p:spPr>
              <a:xfrm>
                <a:off x="5388221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8" name="object 164">
                <a:extLst>
                  <a:ext uri="{FF2B5EF4-FFF2-40B4-BE49-F238E27FC236}">
                    <a16:creationId xmlns:a16="http://schemas.microsoft.com/office/drawing/2014/main" id="{F0CAF078-1FBD-4A4E-83E2-5EF1B2049D71}"/>
                  </a:ext>
                </a:extLst>
              </p:cNvPr>
              <p:cNvSpPr/>
              <p:nvPr userDrawn="1"/>
            </p:nvSpPr>
            <p:spPr>
              <a:xfrm>
                <a:off x="5390093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9" name="object 165">
                <a:extLst>
                  <a:ext uri="{FF2B5EF4-FFF2-40B4-BE49-F238E27FC236}">
                    <a16:creationId xmlns:a16="http://schemas.microsoft.com/office/drawing/2014/main" id="{B36BCBB9-D29A-4F6E-8E7E-B02200517FA3}"/>
                  </a:ext>
                </a:extLst>
              </p:cNvPr>
              <p:cNvSpPr/>
              <p:nvPr userDrawn="1"/>
            </p:nvSpPr>
            <p:spPr>
              <a:xfrm>
                <a:off x="539196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0" name="object 166">
                <a:extLst>
                  <a:ext uri="{FF2B5EF4-FFF2-40B4-BE49-F238E27FC236}">
                    <a16:creationId xmlns:a16="http://schemas.microsoft.com/office/drawing/2014/main" id="{BACF1107-0BA9-40DC-89B3-F4DABEBE97E1}"/>
                  </a:ext>
                </a:extLst>
              </p:cNvPr>
              <p:cNvSpPr/>
              <p:nvPr userDrawn="1"/>
            </p:nvSpPr>
            <p:spPr>
              <a:xfrm>
                <a:off x="5393836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1" name="object 167">
                <a:extLst>
                  <a:ext uri="{FF2B5EF4-FFF2-40B4-BE49-F238E27FC236}">
                    <a16:creationId xmlns:a16="http://schemas.microsoft.com/office/drawing/2014/main" id="{88D0647B-BA25-49F8-A8A6-95CB48071DC5}"/>
                  </a:ext>
                </a:extLst>
              </p:cNvPr>
              <p:cNvSpPr/>
              <p:nvPr userDrawn="1"/>
            </p:nvSpPr>
            <p:spPr>
              <a:xfrm>
                <a:off x="5482036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2" name="object 168">
                <a:extLst>
                  <a:ext uri="{FF2B5EF4-FFF2-40B4-BE49-F238E27FC236}">
                    <a16:creationId xmlns:a16="http://schemas.microsoft.com/office/drawing/2014/main" id="{77904FBF-0D7D-4012-B8D1-BFA28913DBD1}"/>
                  </a:ext>
                </a:extLst>
              </p:cNvPr>
              <p:cNvSpPr/>
              <p:nvPr userDrawn="1"/>
            </p:nvSpPr>
            <p:spPr>
              <a:xfrm>
                <a:off x="5483907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3" name="object 169">
                <a:extLst>
                  <a:ext uri="{FF2B5EF4-FFF2-40B4-BE49-F238E27FC236}">
                    <a16:creationId xmlns:a16="http://schemas.microsoft.com/office/drawing/2014/main" id="{AFAFA9E7-68E1-4F8B-8346-232C7A9CD414}"/>
                  </a:ext>
                </a:extLst>
              </p:cNvPr>
              <p:cNvSpPr/>
              <p:nvPr userDrawn="1"/>
            </p:nvSpPr>
            <p:spPr>
              <a:xfrm>
                <a:off x="5485779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4" name="object 170">
                <a:extLst>
                  <a:ext uri="{FF2B5EF4-FFF2-40B4-BE49-F238E27FC236}">
                    <a16:creationId xmlns:a16="http://schemas.microsoft.com/office/drawing/2014/main" id="{D9DEBD57-37D9-4205-8A16-8E00D2A51BB6}"/>
                  </a:ext>
                </a:extLst>
              </p:cNvPr>
              <p:cNvSpPr/>
              <p:nvPr userDrawn="1"/>
            </p:nvSpPr>
            <p:spPr>
              <a:xfrm>
                <a:off x="5487651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5" name="object 171">
                <a:extLst>
                  <a:ext uri="{FF2B5EF4-FFF2-40B4-BE49-F238E27FC236}">
                    <a16:creationId xmlns:a16="http://schemas.microsoft.com/office/drawing/2014/main" id="{BC4D9A0F-7736-4B51-A79A-2BA7D6DE21C4}"/>
                  </a:ext>
                </a:extLst>
              </p:cNvPr>
              <p:cNvSpPr/>
              <p:nvPr userDrawn="1"/>
            </p:nvSpPr>
            <p:spPr>
              <a:xfrm>
                <a:off x="5489521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6" name="object 172">
                <a:extLst>
                  <a:ext uri="{FF2B5EF4-FFF2-40B4-BE49-F238E27FC236}">
                    <a16:creationId xmlns:a16="http://schemas.microsoft.com/office/drawing/2014/main" id="{ABDFF540-63E8-42A6-9DFF-6386B6E01959}"/>
                  </a:ext>
                </a:extLst>
              </p:cNvPr>
              <p:cNvSpPr/>
              <p:nvPr userDrawn="1"/>
            </p:nvSpPr>
            <p:spPr>
              <a:xfrm>
                <a:off x="5491392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7" name="object 173">
                <a:extLst>
                  <a:ext uri="{FF2B5EF4-FFF2-40B4-BE49-F238E27FC236}">
                    <a16:creationId xmlns:a16="http://schemas.microsoft.com/office/drawing/2014/main" id="{C58FAB08-6D8F-4240-83BB-809B7FD246C1}"/>
                  </a:ext>
                </a:extLst>
              </p:cNvPr>
              <p:cNvSpPr/>
              <p:nvPr userDrawn="1"/>
            </p:nvSpPr>
            <p:spPr>
              <a:xfrm>
                <a:off x="5579594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8" name="object 174">
                <a:extLst>
                  <a:ext uri="{FF2B5EF4-FFF2-40B4-BE49-F238E27FC236}">
                    <a16:creationId xmlns:a16="http://schemas.microsoft.com/office/drawing/2014/main" id="{B6E077DE-27BF-4B47-BF64-BB64A4528975}"/>
                  </a:ext>
                </a:extLst>
              </p:cNvPr>
              <p:cNvSpPr/>
              <p:nvPr userDrawn="1"/>
            </p:nvSpPr>
            <p:spPr>
              <a:xfrm>
                <a:off x="558146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9" name="object 175">
                <a:extLst>
                  <a:ext uri="{FF2B5EF4-FFF2-40B4-BE49-F238E27FC236}">
                    <a16:creationId xmlns:a16="http://schemas.microsoft.com/office/drawing/2014/main" id="{23FB30F6-78B7-4A3F-967C-60601F63113B}"/>
                  </a:ext>
                </a:extLst>
              </p:cNvPr>
              <p:cNvSpPr/>
              <p:nvPr userDrawn="1"/>
            </p:nvSpPr>
            <p:spPr>
              <a:xfrm>
                <a:off x="5583336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0" name="object 176">
                <a:extLst>
                  <a:ext uri="{FF2B5EF4-FFF2-40B4-BE49-F238E27FC236}">
                    <a16:creationId xmlns:a16="http://schemas.microsoft.com/office/drawing/2014/main" id="{048D979F-E81F-4F53-A901-36955C7DEC9E}"/>
                  </a:ext>
                </a:extLst>
              </p:cNvPr>
              <p:cNvSpPr/>
              <p:nvPr userDrawn="1"/>
            </p:nvSpPr>
            <p:spPr>
              <a:xfrm>
                <a:off x="5585208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1" name="object 177">
                <a:extLst>
                  <a:ext uri="{FF2B5EF4-FFF2-40B4-BE49-F238E27FC236}">
                    <a16:creationId xmlns:a16="http://schemas.microsoft.com/office/drawing/2014/main" id="{514FDB44-4FB8-49BE-8DA5-71CCD09F03C5}"/>
                  </a:ext>
                </a:extLst>
              </p:cNvPr>
              <p:cNvSpPr/>
              <p:nvPr userDrawn="1"/>
            </p:nvSpPr>
            <p:spPr>
              <a:xfrm>
                <a:off x="5587078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2" name="object 178">
                <a:extLst>
                  <a:ext uri="{FF2B5EF4-FFF2-40B4-BE49-F238E27FC236}">
                    <a16:creationId xmlns:a16="http://schemas.microsoft.com/office/drawing/2014/main" id="{FEA0985A-0169-46B0-8631-73E7370E40EB}"/>
                  </a:ext>
                </a:extLst>
              </p:cNvPr>
              <p:cNvSpPr/>
              <p:nvPr userDrawn="1"/>
            </p:nvSpPr>
            <p:spPr>
              <a:xfrm>
                <a:off x="5588951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3" name="object 179">
                <a:extLst>
                  <a:ext uri="{FF2B5EF4-FFF2-40B4-BE49-F238E27FC236}">
                    <a16:creationId xmlns:a16="http://schemas.microsoft.com/office/drawing/2014/main" id="{E684BDC6-BA7D-4466-B8B3-57E265DD9997}"/>
                  </a:ext>
                </a:extLst>
              </p:cNvPr>
              <p:cNvSpPr/>
              <p:nvPr userDrawn="1"/>
            </p:nvSpPr>
            <p:spPr>
              <a:xfrm>
                <a:off x="5677150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4" name="object 180">
                <a:extLst>
                  <a:ext uri="{FF2B5EF4-FFF2-40B4-BE49-F238E27FC236}">
                    <a16:creationId xmlns:a16="http://schemas.microsoft.com/office/drawing/2014/main" id="{E5F0B3C7-E90B-4DBC-B594-E84D82A62685}"/>
                  </a:ext>
                </a:extLst>
              </p:cNvPr>
              <p:cNvSpPr/>
              <p:nvPr userDrawn="1"/>
            </p:nvSpPr>
            <p:spPr>
              <a:xfrm>
                <a:off x="567902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5" name="object 181">
                <a:extLst>
                  <a:ext uri="{FF2B5EF4-FFF2-40B4-BE49-F238E27FC236}">
                    <a16:creationId xmlns:a16="http://schemas.microsoft.com/office/drawing/2014/main" id="{04F695D6-5AA5-46AF-B5E1-977ED6611B5A}"/>
                  </a:ext>
                </a:extLst>
              </p:cNvPr>
              <p:cNvSpPr/>
              <p:nvPr userDrawn="1"/>
            </p:nvSpPr>
            <p:spPr>
              <a:xfrm>
                <a:off x="5680893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6" name="object 182">
                <a:extLst>
                  <a:ext uri="{FF2B5EF4-FFF2-40B4-BE49-F238E27FC236}">
                    <a16:creationId xmlns:a16="http://schemas.microsoft.com/office/drawing/2014/main" id="{D4C77A38-E6D3-4A2C-B703-F049F4C7B82F}"/>
                  </a:ext>
                </a:extLst>
              </p:cNvPr>
              <p:cNvSpPr/>
              <p:nvPr userDrawn="1"/>
            </p:nvSpPr>
            <p:spPr>
              <a:xfrm>
                <a:off x="5682766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7" name="object 183">
                <a:extLst>
                  <a:ext uri="{FF2B5EF4-FFF2-40B4-BE49-F238E27FC236}">
                    <a16:creationId xmlns:a16="http://schemas.microsoft.com/office/drawing/2014/main" id="{72A7BB04-9E80-4FB0-ACDF-00B2F62F83AD}"/>
                  </a:ext>
                </a:extLst>
              </p:cNvPr>
              <p:cNvSpPr/>
              <p:nvPr userDrawn="1"/>
            </p:nvSpPr>
            <p:spPr>
              <a:xfrm>
                <a:off x="568463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8" name="object 184">
                <a:extLst>
                  <a:ext uri="{FF2B5EF4-FFF2-40B4-BE49-F238E27FC236}">
                    <a16:creationId xmlns:a16="http://schemas.microsoft.com/office/drawing/2014/main" id="{251182B4-10A1-4093-BE77-AFF7C96C7E29}"/>
                  </a:ext>
                </a:extLst>
              </p:cNvPr>
              <p:cNvSpPr/>
              <p:nvPr userDrawn="1"/>
            </p:nvSpPr>
            <p:spPr>
              <a:xfrm>
                <a:off x="5686507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9" name="object 185">
                <a:extLst>
                  <a:ext uri="{FF2B5EF4-FFF2-40B4-BE49-F238E27FC236}">
                    <a16:creationId xmlns:a16="http://schemas.microsoft.com/office/drawing/2014/main" id="{6A3FCD45-B412-4FA8-BD19-5EF213ADBA0B}"/>
                  </a:ext>
                </a:extLst>
              </p:cNvPr>
              <p:cNvSpPr/>
              <p:nvPr userDrawn="1"/>
            </p:nvSpPr>
            <p:spPr>
              <a:xfrm>
                <a:off x="5774707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0" name="object 186">
                <a:extLst>
                  <a:ext uri="{FF2B5EF4-FFF2-40B4-BE49-F238E27FC236}">
                    <a16:creationId xmlns:a16="http://schemas.microsoft.com/office/drawing/2014/main" id="{790BAB4D-8D31-4422-ABFA-1C55B095AE6E}"/>
                  </a:ext>
                </a:extLst>
              </p:cNvPr>
              <p:cNvSpPr/>
              <p:nvPr userDrawn="1"/>
            </p:nvSpPr>
            <p:spPr>
              <a:xfrm>
                <a:off x="5776579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1" name="object 187">
                <a:extLst>
                  <a:ext uri="{FF2B5EF4-FFF2-40B4-BE49-F238E27FC236}">
                    <a16:creationId xmlns:a16="http://schemas.microsoft.com/office/drawing/2014/main" id="{11202928-DA1E-44D4-B1DE-4520EA55CF64}"/>
                  </a:ext>
                </a:extLst>
              </p:cNvPr>
              <p:cNvSpPr/>
              <p:nvPr userDrawn="1"/>
            </p:nvSpPr>
            <p:spPr>
              <a:xfrm>
                <a:off x="5778449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2" name="object 188">
                <a:extLst>
                  <a:ext uri="{FF2B5EF4-FFF2-40B4-BE49-F238E27FC236}">
                    <a16:creationId xmlns:a16="http://schemas.microsoft.com/office/drawing/2014/main" id="{2B82AF85-18C7-467E-9C76-0A9AE9E58875}"/>
                  </a:ext>
                </a:extLst>
              </p:cNvPr>
              <p:cNvSpPr/>
              <p:nvPr userDrawn="1"/>
            </p:nvSpPr>
            <p:spPr>
              <a:xfrm>
                <a:off x="5780322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3" name="object 189">
                <a:extLst>
                  <a:ext uri="{FF2B5EF4-FFF2-40B4-BE49-F238E27FC236}">
                    <a16:creationId xmlns:a16="http://schemas.microsoft.com/office/drawing/2014/main" id="{4CD5119A-4533-4E9B-8F3F-D36829B6AF55}"/>
                  </a:ext>
                </a:extLst>
              </p:cNvPr>
              <p:cNvSpPr/>
              <p:nvPr userDrawn="1"/>
            </p:nvSpPr>
            <p:spPr>
              <a:xfrm>
                <a:off x="578219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4" name="object 190">
                <a:extLst>
                  <a:ext uri="{FF2B5EF4-FFF2-40B4-BE49-F238E27FC236}">
                    <a16:creationId xmlns:a16="http://schemas.microsoft.com/office/drawing/2014/main" id="{F2F631DF-5274-40EA-BDB7-927269EBB191}"/>
                  </a:ext>
                </a:extLst>
              </p:cNvPr>
              <p:cNvSpPr/>
              <p:nvPr userDrawn="1"/>
            </p:nvSpPr>
            <p:spPr>
              <a:xfrm>
                <a:off x="5784065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5" name="object 191">
                <a:extLst>
                  <a:ext uri="{FF2B5EF4-FFF2-40B4-BE49-F238E27FC236}">
                    <a16:creationId xmlns:a16="http://schemas.microsoft.com/office/drawing/2014/main" id="{E902CBA6-8491-4109-8FC7-AF81761AC72B}"/>
                  </a:ext>
                </a:extLst>
              </p:cNvPr>
              <p:cNvSpPr/>
              <p:nvPr userDrawn="1"/>
            </p:nvSpPr>
            <p:spPr>
              <a:xfrm>
                <a:off x="5874137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6" name="object 192">
                <a:extLst>
                  <a:ext uri="{FF2B5EF4-FFF2-40B4-BE49-F238E27FC236}">
                    <a16:creationId xmlns:a16="http://schemas.microsoft.com/office/drawing/2014/main" id="{0E0CDC23-9BBC-4E5A-ACE7-ACD0E2F7A346}"/>
                  </a:ext>
                </a:extLst>
              </p:cNvPr>
              <p:cNvSpPr/>
              <p:nvPr userDrawn="1"/>
            </p:nvSpPr>
            <p:spPr>
              <a:xfrm>
                <a:off x="587600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7" name="object 193">
                <a:extLst>
                  <a:ext uri="{FF2B5EF4-FFF2-40B4-BE49-F238E27FC236}">
                    <a16:creationId xmlns:a16="http://schemas.microsoft.com/office/drawing/2014/main" id="{73E757F5-06E7-47D6-8046-20AAEBF5B07A}"/>
                  </a:ext>
                </a:extLst>
              </p:cNvPr>
              <p:cNvSpPr/>
              <p:nvPr userDrawn="1"/>
            </p:nvSpPr>
            <p:spPr>
              <a:xfrm>
                <a:off x="5877879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8" name="object 194">
                <a:extLst>
                  <a:ext uri="{FF2B5EF4-FFF2-40B4-BE49-F238E27FC236}">
                    <a16:creationId xmlns:a16="http://schemas.microsoft.com/office/drawing/2014/main" id="{0F2919BE-92CE-4577-ACA3-3AD36742A2E3}"/>
                  </a:ext>
                </a:extLst>
              </p:cNvPr>
              <p:cNvSpPr/>
              <p:nvPr userDrawn="1"/>
            </p:nvSpPr>
            <p:spPr>
              <a:xfrm>
                <a:off x="5879752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9" name="object 195">
                <a:extLst>
                  <a:ext uri="{FF2B5EF4-FFF2-40B4-BE49-F238E27FC236}">
                    <a16:creationId xmlns:a16="http://schemas.microsoft.com/office/drawing/2014/main" id="{EE5C20AE-C00B-4C60-B469-A7B491088ADB}"/>
                  </a:ext>
                </a:extLst>
              </p:cNvPr>
              <p:cNvSpPr/>
              <p:nvPr userDrawn="1"/>
            </p:nvSpPr>
            <p:spPr>
              <a:xfrm>
                <a:off x="5881621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0" name="object 196">
                <a:extLst>
                  <a:ext uri="{FF2B5EF4-FFF2-40B4-BE49-F238E27FC236}">
                    <a16:creationId xmlns:a16="http://schemas.microsoft.com/office/drawing/2014/main" id="{D2DFEF64-992D-47BA-A605-072F21321C60}"/>
                  </a:ext>
                </a:extLst>
              </p:cNvPr>
              <p:cNvSpPr/>
              <p:nvPr userDrawn="1"/>
            </p:nvSpPr>
            <p:spPr>
              <a:xfrm>
                <a:off x="5971693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1" name="object 197">
                <a:extLst>
                  <a:ext uri="{FF2B5EF4-FFF2-40B4-BE49-F238E27FC236}">
                    <a16:creationId xmlns:a16="http://schemas.microsoft.com/office/drawing/2014/main" id="{CA07AFC2-DE5D-4D04-B931-0217FDC50794}"/>
                  </a:ext>
                </a:extLst>
              </p:cNvPr>
              <p:cNvSpPr/>
              <p:nvPr userDrawn="1"/>
            </p:nvSpPr>
            <p:spPr>
              <a:xfrm>
                <a:off x="597356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2" name="object 198">
                <a:extLst>
                  <a:ext uri="{FF2B5EF4-FFF2-40B4-BE49-F238E27FC236}">
                    <a16:creationId xmlns:a16="http://schemas.microsoft.com/office/drawing/2014/main" id="{852717CE-BDBA-4EEB-B86C-D1E82EABA034}"/>
                  </a:ext>
                </a:extLst>
              </p:cNvPr>
              <p:cNvSpPr/>
              <p:nvPr userDrawn="1"/>
            </p:nvSpPr>
            <p:spPr>
              <a:xfrm>
                <a:off x="597543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3" name="object 199">
                <a:extLst>
                  <a:ext uri="{FF2B5EF4-FFF2-40B4-BE49-F238E27FC236}">
                    <a16:creationId xmlns:a16="http://schemas.microsoft.com/office/drawing/2014/main" id="{D9DFADFD-9F8E-48CD-A4DD-ADEF8CD9B186}"/>
                  </a:ext>
                </a:extLst>
              </p:cNvPr>
              <p:cNvSpPr/>
              <p:nvPr userDrawn="1"/>
            </p:nvSpPr>
            <p:spPr>
              <a:xfrm>
                <a:off x="5977308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4" name="object 200">
                <a:extLst>
                  <a:ext uri="{FF2B5EF4-FFF2-40B4-BE49-F238E27FC236}">
                    <a16:creationId xmlns:a16="http://schemas.microsoft.com/office/drawing/2014/main" id="{A5DDCD3A-6BCD-4574-B94C-90D38887CFE2}"/>
                  </a:ext>
                </a:extLst>
              </p:cNvPr>
              <p:cNvSpPr/>
              <p:nvPr userDrawn="1"/>
            </p:nvSpPr>
            <p:spPr>
              <a:xfrm>
                <a:off x="5979181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5" name="object 201">
                <a:extLst>
                  <a:ext uri="{FF2B5EF4-FFF2-40B4-BE49-F238E27FC236}">
                    <a16:creationId xmlns:a16="http://schemas.microsoft.com/office/drawing/2014/main" id="{F599B63C-422C-40C3-898A-95E60062C115}"/>
                  </a:ext>
                </a:extLst>
              </p:cNvPr>
              <p:cNvSpPr/>
              <p:nvPr userDrawn="1"/>
            </p:nvSpPr>
            <p:spPr>
              <a:xfrm>
                <a:off x="6069250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6" name="object 202">
                <a:extLst>
                  <a:ext uri="{FF2B5EF4-FFF2-40B4-BE49-F238E27FC236}">
                    <a16:creationId xmlns:a16="http://schemas.microsoft.com/office/drawing/2014/main" id="{B9089D54-7C19-4076-8A32-B089460AF02E}"/>
                  </a:ext>
                </a:extLst>
              </p:cNvPr>
              <p:cNvSpPr/>
              <p:nvPr userDrawn="1"/>
            </p:nvSpPr>
            <p:spPr>
              <a:xfrm>
                <a:off x="6071123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7" name="object 203">
                <a:extLst>
                  <a:ext uri="{FF2B5EF4-FFF2-40B4-BE49-F238E27FC236}">
                    <a16:creationId xmlns:a16="http://schemas.microsoft.com/office/drawing/2014/main" id="{2071BB7B-21D8-4C1F-9A90-7D136EC34DB5}"/>
                  </a:ext>
                </a:extLst>
              </p:cNvPr>
              <p:cNvSpPr/>
              <p:nvPr userDrawn="1"/>
            </p:nvSpPr>
            <p:spPr>
              <a:xfrm>
                <a:off x="607299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8" name="object 204">
                <a:extLst>
                  <a:ext uri="{FF2B5EF4-FFF2-40B4-BE49-F238E27FC236}">
                    <a16:creationId xmlns:a16="http://schemas.microsoft.com/office/drawing/2014/main" id="{A10B746F-8762-4486-A998-37716F7D9998}"/>
                  </a:ext>
                </a:extLst>
              </p:cNvPr>
              <p:cNvSpPr/>
              <p:nvPr userDrawn="1"/>
            </p:nvSpPr>
            <p:spPr>
              <a:xfrm>
                <a:off x="6074866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9" name="object 205">
                <a:extLst>
                  <a:ext uri="{FF2B5EF4-FFF2-40B4-BE49-F238E27FC236}">
                    <a16:creationId xmlns:a16="http://schemas.microsoft.com/office/drawing/2014/main" id="{55CDE266-479F-4041-9524-EC03AE3CA6B1}"/>
                  </a:ext>
                </a:extLst>
              </p:cNvPr>
              <p:cNvSpPr/>
              <p:nvPr userDrawn="1"/>
            </p:nvSpPr>
            <p:spPr>
              <a:xfrm>
                <a:off x="6076738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0" name="object 206">
                <a:extLst>
                  <a:ext uri="{FF2B5EF4-FFF2-40B4-BE49-F238E27FC236}">
                    <a16:creationId xmlns:a16="http://schemas.microsoft.com/office/drawing/2014/main" id="{15BC59BC-CCF7-4093-89D0-D29851F139D7}"/>
                  </a:ext>
                </a:extLst>
              </p:cNvPr>
              <p:cNvSpPr/>
              <p:nvPr userDrawn="1"/>
            </p:nvSpPr>
            <p:spPr>
              <a:xfrm>
                <a:off x="6262494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1" name="object 207">
                <a:extLst>
                  <a:ext uri="{FF2B5EF4-FFF2-40B4-BE49-F238E27FC236}">
                    <a16:creationId xmlns:a16="http://schemas.microsoft.com/office/drawing/2014/main" id="{3ECE6D90-F0C0-4F68-AEC3-9081B4C18725}"/>
                  </a:ext>
                </a:extLst>
              </p:cNvPr>
              <p:cNvSpPr/>
              <p:nvPr userDrawn="1"/>
            </p:nvSpPr>
            <p:spPr>
              <a:xfrm>
                <a:off x="6264367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2" name="object 208">
                <a:extLst>
                  <a:ext uri="{FF2B5EF4-FFF2-40B4-BE49-F238E27FC236}">
                    <a16:creationId xmlns:a16="http://schemas.microsoft.com/office/drawing/2014/main" id="{BE959B55-AA23-444B-B620-A8B1DECD9F1F}"/>
                  </a:ext>
                </a:extLst>
              </p:cNvPr>
              <p:cNvSpPr/>
              <p:nvPr userDrawn="1"/>
            </p:nvSpPr>
            <p:spPr>
              <a:xfrm>
                <a:off x="6266237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3" name="object 209">
                <a:extLst>
                  <a:ext uri="{FF2B5EF4-FFF2-40B4-BE49-F238E27FC236}">
                    <a16:creationId xmlns:a16="http://schemas.microsoft.com/office/drawing/2014/main" id="{6629C09F-160D-4602-AA88-352679236A1B}"/>
                  </a:ext>
                </a:extLst>
              </p:cNvPr>
              <p:cNvSpPr/>
              <p:nvPr userDrawn="1"/>
            </p:nvSpPr>
            <p:spPr>
              <a:xfrm>
                <a:off x="6268110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4" name="object 210">
                <a:extLst>
                  <a:ext uri="{FF2B5EF4-FFF2-40B4-BE49-F238E27FC236}">
                    <a16:creationId xmlns:a16="http://schemas.microsoft.com/office/drawing/2014/main" id="{C198926A-FF58-4E77-A108-6C8A31835671}"/>
                  </a:ext>
                </a:extLst>
              </p:cNvPr>
              <p:cNvSpPr/>
              <p:nvPr userDrawn="1"/>
            </p:nvSpPr>
            <p:spPr>
              <a:xfrm>
                <a:off x="6269982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591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5" name="object 211">
                <a:extLst>
                  <a:ext uri="{FF2B5EF4-FFF2-40B4-BE49-F238E27FC236}">
                    <a16:creationId xmlns:a16="http://schemas.microsoft.com/office/drawing/2014/main" id="{27ECF303-BD3E-4A65-B507-13BFC5D431AC}"/>
                  </a:ext>
                </a:extLst>
              </p:cNvPr>
              <p:cNvSpPr/>
              <p:nvPr userDrawn="1"/>
            </p:nvSpPr>
            <p:spPr>
              <a:xfrm>
                <a:off x="6271853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7" name="object 213">
                <a:extLst>
                  <a:ext uri="{FF2B5EF4-FFF2-40B4-BE49-F238E27FC236}">
                    <a16:creationId xmlns:a16="http://schemas.microsoft.com/office/drawing/2014/main" id="{D91ADD97-C187-4ABF-BEA9-31EED65EE85F}"/>
                  </a:ext>
                </a:extLst>
              </p:cNvPr>
              <p:cNvSpPr/>
              <p:nvPr userDrawn="1"/>
            </p:nvSpPr>
            <p:spPr>
              <a:xfrm>
                <a:off x="8117957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8" name="object 214">
                <a:extLst>
                  <a:ext uri="{FF2B5EF4-FFF2-40B4-BE49-F238E27FC236}">
                    <a16:creationId xmlns:a16="http://schemas.microsoft.com/office/drawing/2014/main" id="{A6477BD7-89CA-41A3-92DF-F56E621630B3}"/>
                  </a:ext>
                </a:extLst>
              </p:cNvPr>
              <p:cNvSpPr/>
              <p:nvPr userDrawn="1"/>
            </p:nvSpPr>
            <p:spPr>
              <a:xfrm>
                <a:off x="8119826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9" name="object 215">
                <a:extLst>
                  <a:ext uri="{FF2B5EF4-FFF2-40B4-BE49-F238E27FC236}">
                    <a16:creationId xmlns:a16="http://schemas.microsoft.com/office/drawing/2014/main" id="{51DEB658-7F22-4D47-939D-9756D9D87004}"/>
                  </a:ext>
                </a:extLst>
              </p:cNvPr>
              <p:cNvSpPr/>
              <p:nvPr userDrawn="1"/>
            </p:nvSpPr>
            <p:spPr>
              <a:xfrm>
                <a:off x="8121699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0" name="object 216">
                <a:extLst>
                  <a:ext uri="{FF2B5EF4-FFF2-40B4-BE49-F238E27FC236}">
                    <a16:creationId xmlns:a16="http://schemas.microsoft.com/office/drawing/2014/main" id="{5E6EAC9E-997A-424F-AE25-3CBACB10EC6F}"/>
                  </a:ext>
                </a:extLst>
              </p:cNvPr>
              <p:cNvSpPr/>
              <p:nvPr userDrawn="1"/>
            </p:nvSpPr>
            <p:spPr>
              <a:xfrm>
                <a:off x="8123571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591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1" name="object 217">
                <a:extLst>
                  <a:ext uri="{FF2B5EF4-FFF2-40B4-BE49-F238E27FC236}">
                    <a16:creationId xmlns:a16="http://schemas.microsoft.com/office/drawing/2014/main" id="{5A339404-465B-4F5B-B8E1-890F582E4EB1}"/>
                  </a:ext>
                </a:extLst>
              </p:cNvPr>
              <p:cNvSpPr/>
              <p:nvPr userDrawn="1"/>
            </p:nvSpPr>
            <p:spPr>
              <a:xfrm>
                <a:off x="8125442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3" name="object 219">
                <a:extLst>
                  <a:ext uri="{FF2B5EF4-FFF2-40B4-BE49-F238E27FC236}">
                    <a16:creationId xmlns:a16="http://schemas.microsoft.com/office/drawing/2014/main" id="{12196B18-5A1C-4CE7-8C24-EDF87D7C3A71}"/>
                  </a:ext>
                </a:extLst>
              </p:cNvPr>
              <p:cNvSpPr/>
              <p:nvPr userDrawn="1"/>
            </p:nvSpPr>
            <p:spPr>
              <a:xfrm>
                <a:off x="8215513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4" name="object 220">
                <a:extLst>
                  <a:ext uri="{FF2B5EF4-FFF2-40B4-BE49-F238E27FC236}">
                    <a16:creationId xmlns:a16="http://schemas.microsoft.com/office/drawing/2014/main" id="{7B32D655-9A39-49F3-8F07-AFAEBC9D72CA}"/>
                  </a:ext>
                </a:extLst>
              </p:cNvPr>
              <p:cNvSpPr/>
              <p:nvPr userDrawn="1"/>
            </p:nvSpPr>
            <p:spPr>
              <a:xfrm>
                <a:off x="8217386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5" name="object 221">
                <a:extLst>
                  <a:ext uri="{FF2B5EF4-FFF2-40B4-BE49-F238E27FC236}">
                    <a16:creationId xmlns:a16="http://schemas.microsoft.com/office/drawing/2014/main" id="{383EB636-ECAF-456C-88DF-DDEE318AA6BE}"/>
                  </a:ext>
                </a:extLst>
              </p:cNvPr>
              <p:cNvSpPr/>
              <p:nvPr userDrawn="1"/>
            </p:nvSpPr>
            <p:spPr>
              <a:xfrm>
                <a:off x="8219256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6" name="object 222">
                <a:extLst>
                  <a:ext uri="{FF2B5EF4-FFF2-40B4-BE49-F238E27FC236}">
                    <a16:creationId xmlns:a16="http://schemas.microsoft.com/office/drawing/2014/main" id="{02E41C64-EA58-42E6-86EE-04D81292B093}"/>
                  </a:ext>
                </a:extLst>
              </p:cNvPr>
              <p:cNvSpPr/>
              <p:nvPr userDrawn="1"/>
            </p:nvSpPr>
            <p:spPr>
              <a:xfrm>
                <a:off x="8221129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7" name="object 223">
                <a:extLst>
                  <a:ext uri="{FF2B5EF4-FFF2-40B4-BE49-F238E27FC236}">
                    <a16:creationId xmlns:a16="http://schemas.microsoft.com/office/drawing/2014/main" id="{4D260003-8F59-49B9-9E9C-F589AD1C9D48}"/>
                  </a:ext>
                </a:extLst>
              </p:cNvPr>
              <p:cNvSpPr/>
              <p:nvPr userDrawn="1"/>
            </p:nvSpPr>
            <p:spPr>
              <a:xfrm>
                <a:off x="8223001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8" name="object 224">
                <a:extLst>
                  <a:ext uri="{FF2B5EF4-FFF2-40B4-BE49-F238E27FC236}">
                    <a16:creationId xmlns:a16="http://schemas.microsoft.com/office/drawing/2014/main" id="{26642778-24EF-4C0F-A31F-7CE1B37F5AC4}"/>
                  </a:ext>
                </a:extLst>
              </p:cNvPr>
              <p:cNvSpPr/>
              <p:nvPr userDrawn="1"/>
            </p:nvSpPr>
            <p:spPr>
              <a:xfrm>
                <a:off x="6360052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9" name="object 225">
                <a:extLst>
                  <a:ext uri="{FF2B5EF4-FFF2-40B4-BE49-F238E27FC236}">
                    <a16:creationId xmlns:a16="http://schemas.microsoft.com/office/drawing/2014/main" id="{B5B2C010-A781-43A0-91B7-D8067D8F696A}"/>
                  </a:ext>
                </a:extLst>
              </p:cNvPr>
              <p:cNvSpPr/>
              <p:nvPr userDrawn="1"/>
            </p:nvSpPr>
            <p:spPr>
              <a:xfrm>
                <a:off x="6361924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0" name="object 226">
                <a:extLst>
                  <a:ext uri="{FF2B5EF4-FFF2-40B4-BE49-F238E27FC236}">
                    <a16:creationId xmlns:a16="http://schemas.microsoft.com/office/drawing/2014/main" id="{66480434-FBFF-4E61-A1E3-385197D758B5}"/>
                  </a:ext>
                </a:extLst>
              </p:cNvPr>
              <p:cNvSpPr/>
              <p:nvPr userDrawn="1"/>
            </p:nvSpPr>
            <p:spPr>
              <a:xfrm>
                <a:off x="6363795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1" name="object 227">
                <a:extLst>
                  <a:ext uri="{FF2B5EF4-FFF2-40B4-BE49-F238E27FC236}">
                    <a16:creationId xmlns:a16="http://schemas.microsoft.com/office/drawing/2014/main" id="{CC3936FD-6BE9-405C-8AC7-E434281B87FB}"/>
                  </a:ext>
                </a:extLst>
              </p:cNvPr>
              <p:cNvSpPr/>
              <p:nvPr userDrawn="1"/>
            </p:nvSpPr>
            <p:spPr>
              <a:xfrm>
                <a:off x="6365667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2" name="object 228">
                <a:extLst>
                  <a:ext uri="{FF2B5EF4-FFF2-40B4-BE49-F238E27FC236}">
                    <a16:creationId xmlns:a16="http://schemas.microsoft.com/office/drawing/2014/main" id="{9B02F577-DC35-4ECA-B4A3-2B556302A19D}"/>
                  </a:ext>
                </a:extLst>
              </p:cNvPr>
              <p:cNvSpPr/>
              <p:nvPr userDrawn="1"/>
            </p:nvSpPr>
            <p:spPr>
              <a:xfrm>
                <a:off x="6367539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3" name="object 229">
                <a:extLst>
                  <a:ext uri="{FF2B5EF4-FFF2-40B4-BE49-F238E27FC236}">
                    <a16:creationId xmlns:a16="http://schemas.microsoft.com/office/drawing/2014/main" id="{8FF77703-79CA-4F06-90CA-AD70D45BF3FF}"/>
                  </a:ext>
                </a:extLst>
              </p:cNvPr>
              <p:cNvSpPr/>
              <p:nvPr userDrawn="1"/>
            </p:nvSpPr>
            <p:spPr>
              <a:xfrm>
                <a:off x="6369409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4" name="object 230">
                <a:extLst>
                  <a:ext uri="{FF2B5EF4-FFF2-40B4-BE49-F238E27FC236}">
                    <a16:creationId xmlns:a16="http://schemas.microsoft.com/office/drawing/2014/main" id="{D5322CFF-76AE-4888-8BCF-43D339CDDF84}"/>
                  </a:ext>
                </a:extLst>
              </p:cNvPr>
              <p:cNvSpPr/>
              <p:nvPr userDrawn="1"/>
            </p:nvSpPr>
            <p:spPr>
              <a:xfrm>
                <a:off x="6459481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5" name="object 231">
                <a:extLst>
                  <a:ext uri="{FF2B5EF4-FFF2-40B4-BE49-F238E27FC236}">
                    <a16:creationId xmlns:a16="http://schemas.microsoft.com/office/drawing/2014/main" id="{E541E549-639B-4421-81BF-7E4330E2035A}"/>
                  </a:ext>
                </a:extLst>
              </p:cNvPr>
              <p:cNvSpPr/>
              <p:nvPr userDrawn="1"/>
            </p:nvSpPr>
            <p:spPr>
              <a:xfrm>
                <a:off x="6461353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6" name="object 232">
                <a:extLst>
                  <a:ext uri="{FF2B5EF4-FFF2-40B4-BE49-F238E27FC236}">
                    <a16:creationId xmlns:a16="http://schemas.microsoft.com/office/drawing/2014/main" id="{2E00CB1E-86A1-4E67-9127-509EB4608EF7}"/>
                  </a:ext>
                </a:extLst>
              </p:cNvPr>
              <p:cNvSpPr/>
              <p:nvPr userDrawn="1"/>
            </p:nvSpPr>
            <p:spPr>
              <a:xfrm>
                <a:off x="6463224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7" name="object 233">
                <a:extLst>
                  <a:ext uri="{FF2B5EF4-FFF2-40B4-BE49-F238E27FC236}">
                    <a16:creationId xmlns:a16="http://schemas.microsoft.com/office/drawing/2014/main" id="{799B8DF0-959D-40EF-93DA-0747CDB3254F}"/>
                  </a:ext>
                </a:extLst>
              </p:cNvPr>
              <p:cNvSpPr/>
              <p:nvPr userDrawn="1"/>
            </p:nvSpPr>
            <p:spPr>
              <a:xfrm>
                <a:off x="6465096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8" name="object 234">
                <a:extLst>
                  <a:ext uri="{FF2B5EF4-FFF2-40B4-BE49-F238E27FC236}">
                    <a16:creationId xmlns:a16="http://schemas.microsoft.com/office/drawing/2014/main" id="{17267EF2-5B8C-489F-82A7-926A68FEC939}"/>
                  </a:ext>
                </a:extLst>
              </p:cNvPr>
              <p:cNvSpPr/>
              <p:nvPr userDrawn="1"/>
            </p:nvSpPr>
            <p:spPr>
              <a:xfrm>
                <a:off x="6466965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9" name="object 235">
                <a:extLst>
                  <a:ext uri="{FF2B5EF4-FFF2-40B4-BE49-F238E27FC236}">
                    <a16:creationId xmlns:a16="http://schemas.microsoft.com/office/drawing/2014/main" id="{119EE458-9E7B-4B1D-88E3-82285686B026}"/>
                  </a:ext>
                </a:extLst>
              </p:cNvPr>
              <p:cNvSpPr/>
              <p:nvPr userDrawn="1"/>
            </p:nvSpPr>
            <p:spPr>
              <a:xfrm>
                <a:off x="6557038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0" name="object 236">
                <a:extLst>
                  <a:ext uri="{FF2B5EF4-FFF2-40B4-BE49-F238E27FC236}">
                    <a16:creationId xmlns:a16="http://schemas.microsoft.com/office/drawing/2014/main" id="{D33073A4-E651-45CF-B8A5-BC00BE12BCE7}"/>
                  </a:ext>
                </a:extLst>
              </p:cNvPr>
              <p:cNvSpPr/>
              <p:nvPr userDrawn="1"/>
            </p:nvSpPr>
            <p:spPr>
              <a:xfrm>
                <a:off x="6558911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1" name="object 237">
                <a:extLst>
                  <a:ext uri="{FF2B5EF4-FFF2-40B4-BE49-F238E27FC236}">
                    <a16:creationId xmlns:a16="http://schemas.microsoft.com/office/drawing/2014/main" id="{B5E2A0C2-B37A-4AE4-BFE0-0C5724667BC9}"/>
                  </a:ext>
                </a:extLst>
              </p:cNvPr>
              <p:cNvSpPr/>
              <p:nvPr userDrawn="1"/>
            </p:nvSpPr>
            <p:spPr>
              <a:xfrm>
                <a:off x="6560783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2" name="object 238">
                <a:extLst>
                  <a:ext uri="{FF2B5EF4-FFF2-40B4-BE49-F238E27FC236}">
                    <a16:creationId xmlns:a16="http://schemas.microsoft.com/office/drawing/2014/main" id="{5135A7E0-E28F-4522-BA01-9E49ECB3D691}"/>
                  </a:ext>
                </a:extLst>
              </p:cNvPr>
              <p:cNvSpPr/>
              <p:nvPr userDrawn="1"/>
            </p:nvSpPr>
            <p:spPr>
              <a:xfrm>
                <a:off x="6562654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3" name="object 239">
                <a:extLst>
                  <a:ext uri="{FF2B5EF4-FFF2-40B4-BE49-F238E27FC236}">
                    <a16:creationId xmlns:a16="http://schemas.microsoft.com/office/drawing/2014/main" id="{D5CC8990-BF11-44F8-A563-FE81D70CF1A9}"/>
                  </a:ext>
                </a:extLst>
              </p:cNvPr>
              <p:cNvSpPr/>
              <p:nvPr userDrawn="1"/>
            </p:nvSpPr>
            <p:spPr>
              <a:xfrm>
                <a:off x="6564526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4" name="object 240">
                <a:extLst>
                  <a:ext uri="{FF2B5EF4-FFF2-40B4-BE49-F238E27FC236}">
                    <a16:creationId xmlns:a16="http://schemas.microsoft.com/office/drawing/2014/main" id="{4CE49D79-3FDF-4782-925F-DD378B40025C}"/>
                  </a:ext>
                </a:extLst>
              </p:cNvPr>
              <p:cNvSpPr/>
              <p:nvPr userDrawn="1"/>
            </p:nvSpPr>
            <p:spPr>
              <a:xfrm>
                <a:off x="6655841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5" name="object 241">
                <a:extLst>
                  <a:ext uri="{FF2B5EF4-FFF2-40B4-BE49-F238E27FC236}">
                    <a16:creationId xmlns:a16="http://schemas.microsoft.com/office/drawing/2014/main" id="{EE1DAE29-48E8-43B9-BDA2-D967335C520F}"/>
                  </a:ext>
                </a:extLst>
              </p:cNvPr>
              <p:cNvSpPr/>
              <p:nvPr userDrawn="1"/>
            </p:nvSpPr>
            <p:spPr>
              <a:xfrm>
                <a:off x="6657922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6" name="object 242">
                <a:extLst>
                  <a:ext uri="{FF2B5EF4-FFF2-40B4-BE49-F238E27FC236}">
                    <a16:creationId xmlns:a16="http://schemas.microsoft.com/office/drawing/2014/main" id="{73C5C2EF-9C84-4B6C-8BBA-9E53E2E3AE00}"/>
                  </a:ext>
                </a:extLst>
              </p:cNvPr>
              <p:cNvSpPr/>
              <p:nvPr userDrawn="1"/>
            </p:nvSpPr>
            <p:spPr>
              <a:xfrm>
                <a:off x="6660001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7" name="object 243">
                <a:extLst>
                  <a:ext uri="{FF2B5EF4-FFF2-40B4-BE49-F238E27FC236}">
                    <a16:creationId xmlns:a16="http://schemas.microsoft.com/office/drawing/2014/main" id="{09315D18-ED2E-42EC-89CB-1130C138D3E3}"/>
                  </a:ext>
                </a:extLst>
              </p:cNvPr>
              <p:cNvSpPr/>
              <p:nvPr userDrawn="1"/>
            </p:nvSpPr>
            <p:spPr>
              <a:xfrm>
                <a:off x="666208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8" name="object 244">
                <a:extLst>
                  <a:ext uri="{FF2B5EF4-FFF2-40B4-BE49-F238E27FC236}">
                    <a16:creationId xmlns:a16="http://schemas.microsoft.com/office/drawing/2014/main" id="{FBE10731-1867-457E-A05E-E6EB864DF4C5}"/>
                  </a:ext>
                </a:extLst>
              </p:cNvPr>
              <p:cNvSpPr/>
              <p:nvPr userDrawn="1"/>
            </p:nvSpPr>
            <p:spPr>
              <a:xfrm>
                <a:off x="6753401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9" name="object 245">
                <a:extLst>
                  <a:ext uri="{FF2B5EF4-FFF2-40B4-BE49-F238E27FC236}">
                    <a16:creationId xmlns:a16="http://schemas.microsoft.com/office/drawing/2014/main" id="{E039D3B7-3A72-4285-8D38-8A4BE64E7E48}"/>
                  </a:ext>
                </a:extLst>
              </p:cNvPr>
              <p:cNvSpPr/>
              <p:nvPr userDrawn="1"/>
            </p:nvSpPr>
            <p:spPr>
              <a:xfrm>
                <a:off x="6755482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0" name="object 246">
                <a:extLst>
                  <a:ext uri="{FF2B5EF4-FFF2-40B4-BE49-F238E27FC236}">
                    <a16:creationId xmlns:a16="http://schemas.microsoft.com/office/drawing/2014/main" id="{CE39DB06-0039-4512-8348-EFABC2E261CB}"/>
                  </a:ext>
                </a:extLst>
              </p:cNvPr>
              <p:cNvSpPr/>
              <p:nvPr userDrawn="1"/>
            </p:nvSpPr>
            <p:spPr>
              <a:xfrm>
                <a:off x="6757559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1" name="object 247">
                <a:extLst>
                  <a:ext uri="{FF2B5EF4-FFF2-40B4-BE49-F238E27FC236}">
                    <a16:creationId xmlns:a16="http://schemas.microsoft.com/office/drawing/2014/main" id="{B46A1027-ABA4-4850-8CDB-E5C1BD69AA1C}"/>
                  </a:ext>
                </a:extLst>
              </p:cNvPr>
              <p:cNvSpPr/>
              <p:nvPr userDrawn="1"/>
            </p:nvSpPr>
            <p:spPr>
              <a:xfrm>
                <a:off x="675964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2" name="object 248">
                <a:extLst>
                  <a:ext uri="{FF2B5EF4-FFF2-40B4-BE49-F238E27FC236}">
                    <a16:creationId xmlns:a16="http://schemas.microsoft.com/office/drawing/2014/main" id="{71C143E0-FAD8-4CFA-B3B2-EEA198AFDD5E}"/>
                  </a:ext>
                </a:extLst>
              </p:cNvPr>
              <p:cNvSpPr/>
              <p:nvPr userDrawn="1"/>
            </p:nvSpPr>
            <p:spPr>
              <a:xfrm>
                <a:off x="6851581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3" name="object 249">
                <a:extLst>
                  <a:ext uri="{FF2B5EF4-FFF2-40B4-BE49-F238E27FC236}">
                    <a16:creationId xmlns:a16="http://schemas.microsoft.com/office/drawing/2014/main" id="{EDAD2634-8FEA-4B70-8B9A-A9328002DA1A}"/>
                  </a:ext>
                </a:extLst>
              </p:cNvPr>
              <p:cNvSpPr/>
              <p:nvPr userDrawn="1"/>
            </p:nvSpPr>
            <p:spPr>
              <a:xfrm>
                <a:off x="685345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4" name="object 250">
                <a:extLst>
                  <a:ext uri="{FF2B5EF4-FFF2-40B4-BE49-F238E27FC236}">
                    <a16:creationId xmlns:a16="http://schemas.microsoft.com/office/drawing/2014/main" id="{F04724C0-67EE-4071-9157-92744E9134D9}"/>
                  </a:ext>
                </a:extLst>
              </p:cNvPr>
              <p:cNvSpPr/>
              <p:nvPr userDrawn="1"/>
            </p:nvSpPr>
            <p:spPr>
              <a:xfrm>
                <a:off x="6855327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5" name="object 251">
                <a:extLst>
                  <a:ext uri="{FF2B5EF4-FFF2-40B4-BE49-F238E27FC236}">
                    <a16:creationId xmlns:a16="http://schemas.microsoft.com/office/drawing/2014/main" id="{8E40AEA1-2FDC-4640-9D30-BDC0F89BF4DB}"/>
                  </a:ext>
                </a:extLst>
              </p:cNvPr>
              <p:cNvSpPr/>
              <p:nvPr userDrawn="1"/>
            </p:nvSpPr>
            <p:spPr>
              <a:xfrm>
                <a:off x="6857196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8" name="object 254">
                <a:extLst>
                  <a:ext uri="{FF2B5EF4-FFF2-40B4-BE49-F238E27FC236}">
                    <a16:creationId xmlns:a16="http://schemas.microsoft.com/office/drawing/2014/main" id="{87F2661B-002D-4FAD-8745-EC57787858D1}"/>
                  </a:ext>
                </a:extLst>
              </p:cNvPr>
              <p:cNvSpPr/>
              <p:nvPr userDrawn="1"/>
            </p:nvSpPr>
            <p:spPr>
              <a:xfrm>
                <a:off x="7046697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9" name="object 255">
                <a:extLst>
                  <a:ext uri="{FF2B5EF4-FFF2-40B4-BE49-F238E27FC236}">
                    <a16:creationId xmlns:a16="http://schemas.microsoft.com/office/drawing/2014/main" id="{0B668713-2B53-4E00-BB7D-C1DEFF6DC389}"/>
                  </a:ext>
                </a:extLst>
              </p:cNvPr>
              <p:cNvSpPr/>
              <p:nvPr userDrawn="1"/>
            </p:nvSpPr>
            <p:spPr>
              <a:xfrm>
                <a:off x="7048567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0" name="object 256">
                <a:extLst>
                  <a:ext uri="{FF2B5EF4-FFF2-40B4-BE49-F238E27FC236}">
                    <a16:creationId xmlns:a16="http://schemas.microsoft.com/office/drawing/2014/main" id="{6B06E207-54EF-410E-947E-65EF2651D11A}"/>
                  </a:ext>
                </a:extLst>
              </p:cNvPr>
              <p:cNvSpPr/>
              <p:nvPr userDrawn="1"/>
            </p:nvSpPr>
            <p:spPr>
              <a:xfrm>
                <a:off x="7050440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1" name="object 257">
                <a:extLst>
                  <a:ext uri="{FF2B5EF4-FFF2-40B4-BE49-F238E27FC236}">
                    <a16:creationId xmlns:a16="http://schemas.microsoft.com/office/drawing/2014/main" id="{0483DB33-57DF-4AF0-A3BB-948EEA89A675}"/>
                  </a:ext>
                </a:extLst>
              </p:cNvPr>
              <p:cNvSpPr/>
              <p:nvPr userDrawn="1"/>
            </p:nvSpPr>
            <p:spPr>
              <a:xfrm>
                <a:off x="705231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4" name="object 260">
                <a:extLst>
                  <a:ext uri="{FF2B5EF4-FFF2-40B4-BE49-F238E27FC236}">
                    <a16:creationId xmlns:a16="http://schemas.microsoft.com/office/drawing/2014/main" id="{22C8AC80-436C-4412-9953-AB84491499E6}"/>
                  </a:ext>
                </a:extLst>
              </p:cNvPr>
              <p:cNvSpPr/>
              <p:nvPr userDrawn="1"/>
            </p:nvSpPr>
            <p:spPr>
              <a:xfrm>
                <a:off x="7144255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5" name="object 261">
                <a:extLst>
                  <a:ext uri="{FF2B5EF4-FFF2-40B4-BE49-F238E27FC236}">
                    <a16:creationId xmlns:a16="http://schemas.microsoft.com/office/drawing/2014/main" id="{D6C7D6F1-3C57-4EBB-8B5F-954BB349169C}"/>
                  </a:ext>
                </a:extLst>
              </p:cNvPr>
              <p:cNvSpPr/>
              <p:nvPr userDrawn="1"/>
            </p:nvSpPr>
            <p:spPr>
              <a:xfrm>
                <a:off x="714612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6" name="object 262">
                <a:extLst>
                  <a:ext uri="{FF2B5EF4-FFF2-40B4-BE49-F238E27FC236}">
                    <a16:creationId xmlns:a16="http://schemas.microsoft.com/office/drawing/2014/main" id="{77E68280-D6D3-4A04-A0E9-F7C474E7A034}"/>
                  </a:ext>
                </a:extLst>
              </p:cNvPr>
              <p:cNvSpPr/>
              <p:nvPr userDrawn="1"/>
            </p:nvSpPr>
            <p:spPr>
              <a:xfrm>
                <a:off x="7147996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7" name="object 263">
                <a:extLst>
                  <a:ext uri="{FF2B5EF4-FFF2-40B4-BE49-F238E27FC236}">
                    <a16:creationId xmlns:a16="http://schemas.microsoft.com/office/drawing/2014/main" id="{E954F73B-431C-451A-931B-891F60AEB33C}"/>
                  </a:ext>
                </a:extLst>
              </p:cNvPr>
              <p:cNvSpPr/>
              <p:nvPr userDrawn="1"/>
            </p:nvSpPr>
            <p:spPr>
              <a:xfrm>
                <a:off x="714987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0" name="object 266">
                <a:extLst>
                  <a:ext uri="{FF2B5EF4-FFF2-40B4-BE49-F238E27FC236}">
                    <a16:creationId xmlns:a16="http://schemas.microsoft.com/office/drawing/2014/main" id="{68C4E3F5-231E-427B-A24A-E4A6DD2B91A1}"/>
                  </a:ext>
                </a:extLst>
              </p:cNvPr>
              <p:cNvSpPr/>
              <p:nvPr userDrawn="1"/>
            </p:nvSpPr>
            <p:spPr>
              <a:xfrm>
                <a:off x="7338745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1" name="object 267">
                <a:extLst>
                  <a:ext uri="{FF2B5EF4-FFF2-40B4-BE49-F238E27FC236}">
                    <a16:creationId xmlns:a16="http://schemas.microsoft.com/office/drawing/2014/main" id="{789E5C5B-6EBF-4D56-8E24-A8359097CEB6}"/>
                  </a:ext>
                </a:extLst>
              </p:cNvPr>
              <p:cNvSpPr/>
              <p:nvPr userDrawn="1"/>
            </p:nvSpPr>
            <p:spPr>
              <a:xfrm>
                <a:off x="734082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2" name="object 268">
                <a:extLst>
                  <a:ext uri="{FF2B5EF4-FFF2-40B4-BE49-F238E27FC236}">
                    <a16:creationId xmlns:a16="http://schemas.microsoft.com/office/drawing/2014/main" id="{7BF8E5A5-71ED-4824-A703-882D4A8F2C4D}"/>
                  </a:ext>
                </a:extLst>
              </p:cNvPr>
              <p:cNvSpPr/>
              <p:nvPr userDrawn="1"/>
            </p:nvSpPr>
            <p:spPr>
              <a:xfrm>
                <a:off x="7342903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3" name="object 269">
                <a:extLst>
                  <a:ext uri="{FF2B5EF4-FFF2-40B4-BE49-F238E27FC236}">
                    <a16:creationId xmlns:a16="http://schemas.microsoft.com/office/drawing/2014/main" id="{138EAC42-A074-4982-B96E-403A319E8281}"/>
                  </a:ext>
                </a:extLst>
              </p:cNvPr>
              <p:cNvSpPr/>
              <p:nvPr userDrawn="1"/>
            </p:nvSpPr>
            <p:spPr>
              <a:xfrm>
                <a:off x="734498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6" name="object 272">
                <a:extLst>
                  <a:ext uri="{FF2B5EF4-FFF2-40B4-BE49-F238E27FC236}">
                    <a16:creationId xmlns:a16="http://schemas.microsoft.com/office/drawing/2014/main" id="{C995F0F9-DA92-48C8-A113-6C2C05828339}"/>
                  </a:ext>
                </a:extLst>
              </p:cNvPr>
              <p:cNvSpPr/>
              <p:nvPr userDrawn="1"/>
            </p:nvSpPr>
            <p:spPr>
              <a:xfrm>
                <a:off x="7533860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7" name="object 273">
                <a:extLst>
                  <a:ext uri="{FF2B5EF4-FFF2-40B4-BE49-F238E27FC236}">
                    <a16:creationId xmlns:a16="http://schemas.microsoft.com/office/drawing/2014/main" id="{AB293E16-3126-42D6-998B-9F68C12A48E3}"/>
                  </a:ext>
                </a:extLst>
              </p:cNvPr>
              <p:cNvSpPr/>
              <p:nvPr userDrawn="1"/>
            </p:nvSpPr>
            <p:spPr>
              <a:xfrm>
                <a:off x="7535939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8" name="object 274">
                <a:extLst>
                  <a:ext uri="{FF2B5EF4-FFF2-40B4-BE49-F238E27FC236}">
                    <a16:creationId xmlns:a16="http://schemas.microsoft.com/office/drawing/2014/main" id="{2A698C5A-06BE-4588-983A-1C4919A93B5C}"/>
                  </a:ext>
                </a:extLst>
              </p:cNvPr>
              <p:cNvSpPr/>
              <p:nvPr userDrawn="1"/>
            </p:nvSpPr>
            <p:spPr>
              <a:xfrm>
                <a:off x="7538020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84" y="10934"/>
                    </a:lnTo>
                    <a:lnTo>
                      <a:pt x="14084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9" name="object 275">
                <a:extLst>
                  <a:ext uri="{FF2B5EF4-FFF2-40B4-BE49-F238E27FC236}">
                    <a16:creationId xmlns:a16="http://schemas.microsoft.com/office/drawing/2014/main" id="{E744C485-FD0C-460A-9AF5-71A808869D5D}"/>
                  </a:ext>
                </a:extLst>
              </p:cNvPr>
              <p:cNvSpPr/>
              <p:nvPr userDrawn="1"/>
            </p:nvSpPr>
            <p:spPr>
              <a:xfrm>
                <a:off x="7540097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2" name="object 278">
                <a:extLst>
                  <a:ext uri="{FF2B5EF4-FFF2-40B4-BE49-F238E27FC236}">
                    <a16:creationId xmlns:a16="http://schemas.microsoft.com/office/drawing/2014/main" id="{2398D469-0CF7-41E6-8CC9-7BEB19AB2EF3}"/>
                  </a:ext>
                </a:extLst>
              </p:cNvPr>
              <p:cNvSpPr/>
              <p:nvPr userDrawn="1"/>
            </p:nvSpPr>
            <p:spPr>
              <a:xfrm>
                <a:off x="7729600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3" name="object 279">
                <a:extLst>
                  <a:ext uri="{FF2B5EF4-FFF2-40B4-BE49-F238E27FC236}">
                    <a16:creationId xmlns:a16="http://schemas.microsoft.com/office/drawing/2014/main" id="{9FBD48AC-FDE7-4335-A350-4847F1B0BC02}"/>
                  </a:ext>
                </a:extLst>
              </p:cNvPr>
              <p:cNvSpPr/>
              <p:nvPr userDrawn="1"/>
            </p:nvSpPr>
            <p:spPr>
              <a:xfrm>
                <a:off x="7731469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4" name="object 280">
                <a:extLst>
                  <a:ext uri="{FF2B5EF4-FFF2-40B4-BE49-F238E27FC236}">
                    <a16:creationId xmlns:a16="http://schemas.microsoft.com/office/drawing/2014/main" id="{38D0E583-60EB-427A-B038-124E4A9EE0EB}"/>
                  </a:ext>
                </a:extLst>
              </p:cNvPr>
              <p:cNvSpPr/>
              <p:nvPr userDrawn="1"/>
            </p:nvSpPr>
            <p:spPr>
              <a:xfrm>
                <a:off x="7733341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5" name="object 281">
                <a:extLst>
                  <a:ext uri="{FF2B5EF4-FFF2-40B4-BE49-F238E27FC236}">
                    <a16:creationId xmlns:a16="http://schemas.microsoft.com/office/drawing/2014/main" id="{3AC24FCD-8CCF-4A75-A6DC-A1F8BE29E1A5}"/>
                  </a:ext>
                </a:extLst>
              </p:cNvPr>
              <p:cNvSpPr/>
              <p:nvPr userDrawn="1"/>
            </p:nvSpPr>
            <p:spPr>
              <a:xfrm>
                <a:off x="773521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6" name="object 282">
                <a:extLst>
                  <a:ext uri="{FF2B5EF4-FFF2-40B4-BE49-F238E27FC236}">
                    <a16:creationId xmlns:a16="http://schemas.microsoft.com/office/drawing/2014/main" id="{D3ED6464-DE41-442E-82B3-909B536080D2}"/>
                  </a:ext>
                </a:extLst>
              </p:cNvPr>
              <p:cNvSpPr/>
              <p:nvPr userDrawn="1"/>
            </p:nvSpPr>
            <p:spPr>
              <a:xfrm>
                <a:off x="8603871" y="276106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7" name="object 283">
                <a:extLst>
                  <a:ext uri="{FF2B5EF4-FFF2-40B4-BE49-F238E27FC236}">
                    <a16:creationId xmlns:a16="http://schemas.microsoft.com/office/drawing/2014/main" id="{BBFE34A5-5100-4F46-959B-6478DCF89455}"/>
                  </a:ext>
                </a:extLst>
              </p:cNvPr>
              <p:cNvSpPr/>
              <p:nvPr userDrawn="1"/>
            </p:nvSpPr>
            <p:spPr>
              <a:xfrm>
                <a:off x="8605741" y="266544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8" name="object 284">
                <a:extLst>
                  <a:ext uri="{FF2B5EF4-FFF2-40B4-BE49-F238E27FC236}">
                    <a16:creationId xmlns:a16="http://schemas.microsoft.com/office/drawing/2014/main" id="{EEDA8D49-D28C-44A4-8318-95236E45887C}"/>
                  </a:ext>
                </a:extLst>
              </p:cNvPr>
              <p:cNvSpPr/>
              <p:nvPr userDrawn="1"/>
            </p:nvSpPr>
            <p:spPr>
              <a:xfrm>
                <a:off x="8607614" y="256984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9" name="object 285">
                <a:extLst>
                  <a:ext uri="{FF2B5EF4-FFF2-40B4-BE49-F238E27FC236}">
                    <a16:creationId xmlns:a16="http://schemas.microsoft.com/office/drawing/2014/main" id="{6ED61213-9E6B-4AA7-801F-853EBDE62614}"/>
                  </a:ext>
                </a:extLst>
              </p:cNvPr>
              <p:cNvSpPr/>
              <p:nvPr userDrawn="1"/>
            </p:nvSpPr>
            <p:spPr>
              <a:xfrm>
                <a:off x="8609486" y="247423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36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36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0" name="object 286">
                <a:extLst>
                  <a:ext uri="{FF2B5EF4-FFF2-40B4-BE49-F238E27FC236}">
                    <a16:creationId xmlns:a16="http://schemas.microsoft.com/office/drawing/2014/main" id="{9A4F3A3C-9258-41A5-922B-4CBD24F0CEE3}"/>
                  </a:ext>
                </a:extLst>
              </p:cNvPr>
              <p:cNvSpPr/>
              <p:nvPr userDrawn="1"/>
            </p:nvSpPr>
            <p:spPr>
              <a:xfrm>
                <a:off x="8611355" y="237862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1" name="object 287">
                <a:extLst>
                  <a:ext uri="{FF2B5EF4-FFF2-40B4-BE49-F238E27FC236}">
                    <a16:creationId xmlns:a16="http://schemas.microsoft.com/office/drawing/2014/main" id="{07BB6321-EC86-4258-9ABE-7C6824AB5951}"/>
                  </a:ext>
                </a:extLst>
              </p:cNvPr>
              <p:cNvSpPr/>
              <p:nvPr userDrawn="1"/>
            </p:nvSpPr>
            <p:spPr>
              <a:xfrm>
                <a:off x="8613229" y="2283023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2" name="object 288">
                <a:extLst>
                  <a:ext uri="{FF2B5EF4-FFF2-40B4-BE49-F238E27FC236}">
                    <a16:creationId xmlns:a16="http://schemas.microsoft.com/office/drawing/2014/main" id="{FEA72DD8-C35C-4875-BAA6-27DB8B21CA9D}"/>
                  </a:ext>
                </a:extLst>
              </p:cNvPr>
              <p:cNvSpPr/>
              <p:nvPr userDrawn="1"/>
            </p:nvSpPr>
            <p:spPr>
              <a:xfrm>
                <a:off x="8701427" y="266350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3" name="object 289">
                <a:extLst>
                  <a:ext uri="{FF2B5EF4-FFF2-40B4-BE49-F238E27FC236}">
                    <a16:creationId xmlns:a16="http://schemas.microsoft.com/office/drawing/2014/main" id="{DBD584C7-10B3-4AF8-B5A3-2516C7217518}"/>
                  </a:ext>
                </a:extLst>
              </p:cNvPr>
              <p:cNvSpPr/>
              <p:nvPr userDrawn="1"/>
            </p:nvSpPr>
            <p:spPr>
              <a:xfrm>
                <a:off x="8703301" y="256788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4" name="object 290">
                <a:extLst>
                  <a:ext uri="{FF2B5EF4-FFF2-40B4-BE49-F238E27FC236}">
                    <a16:creationId xmlns:a16="http://schemas.microsoft.com/office/drawing/2014/main" id="{35C2C994-D3DE-4604-B3A0-4EDFBE7F010B}"/>
                  </a:ext>
                </a:extLst>
              </p:cNvPr>
              <p:cNvSpPr/>
              <p:nvPr userDrawn="1"/>
            </p:nvSpPr>
            <p:spPr>
              <a:xfrm>
                <a:off x="8705170" y="2472283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5" name="object 291">
                <a:extLst>
                  <a:ext uri="{FF2B5EF4-FFF2-40B4-BE49-F238E27FC236}">
                    <a16:creationId xmlns:a16="http://schemas.microsoft.com/office/drawing/2014/main" id="{21E0EEAE-66EF-4D0F-97D5-009E18929DE7}"/>
                  </a:ext>
                </a:extLst>
              </p:cNvPr>
              <p:cNvSpPr/>
              <p:nvPr userDrawn="1"/>
            </p:nvSpPr>
            <p:spPr>
              <a:xfrm>
                <a:off x="8707043" y="237668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6" name="object 292">
                <a:extLst>
                  <a:ext uri="{FF2B5EF4-FFF2-40B4-BE49-F238E27FC236}">
                    <a16:creationId xmlns:a16="http://schemas.microsoft.com/office/drawing/2014/main" id="{47202C80-2EBE-45DA-8CAD-B2B75B076909}"/>
                  </a:ext>
                </a:extLst>
              </p:cNvPr>
              <p:cNvSpPr/>
              <p:nvPr userDrawn="1"/>
            </p:nvSpPr>
            <p:spPr>
              <a:xfrm>
                <a:off x="8708915" y="228106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591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7" name="object 293">
                <a:extLst>
                  <a:ext uri="{FF2B5EF4-FFF2-40B4-BE49-F238E27FC236}">
                    <a16:creationId xmlns:a16="http://schemas.microsoft.com/office/drawing/2014/main" id="{8DEC8738-BA3E-45C7-A231-127321E94154}"/>
                  </a:ext>
                </a:extLst>
              </p:cNvPr>
              <p:cNvSpPr/>
              <p:nvPr userDrawn="1"/>
            </p:nvSpPr>
            <p:spPr>
              <a:xfrm>
                <a:off x="8710785" y="218546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8" name="object 294">
                <a:extLst>
                  <a:ext uri="{FF2B5EF4-FFF2-40B4-BE49-F238E27FC236}">
                    <a16:creationId xmlns:a16="http://schemas.microsoft.com/office/drawing/2014/main" id="{0872010A-E5F7-4D0B-BA08-4BF34E273E00}"/>
                  </a:ext>
                </a:extLst>
              </p:cNvPr>
              <p:cNvSpPr/>
              <p:nvPr userDrawn="1"/>
            </p:nvSpPr>
            <p:spPr>
              <a:xfrm>
                <a:off x="8798985" y="2565946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9" name="object 295">
                <a:extLst>
                  <a:ext uri="{FF2B5EF4-FFF2-40B4-BE49-F238E27FC236}">
                    <a16:creationId xmlns:a16="http://schemas.microsoft.com/office/drawing/2014/main" id="{738507AF-7996-41D5-BE85-265CFF77821D}"/>
                  </a:ext>
                </a:extLst>
              </p:cNvPr>
              <p:cNvSpPr/>
              <p:nvPr userDrawn="1"/>
            </p:nvSpPr>
            <p:spPr>
              <a:xfrm>
                <a:off x="8800857" y="2470327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0" name="object 296">
                <a:extLst>
                  <a:ext uri="{FF2B5EF4-FFF2-40B4-BE49-F238E27FC236}">
                    <a16:creationId xmlns:a16="http://schemas.microsoft.com/office/drawing/2014/main" id="{382C9CD5-333E-4E4B-9F52-FE4C491C1E41}"/>
                  </a:ext>
                </a:extLst>
              </p:cNvPr>
              <p:cNvSpPr/>
              <p:nvPr userDrawn="1"/>
            </p:nvSpPr>
            <p:spPr>
              <a:xfrm>
                <a:off x="8802728" y="237472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1" name="object 297">
                <a:extLst>
                  <a:ext uri="{FF2B5EF4-FFF2-40B4-BE49-F238E27FC236}">
                    <a16:creationId xmlns:a16="http://schemas.microsoft.com/office/drawing/2014/main" id="{4317A618-B6F7-42E5-A30F-FFD3A630A51A}"/>
                  </a:ext>
                </a:extLst>
              </p:cNvPr>
              <p:cNvSpPr/>
              <p:nvPr userDrawn="1"/>
            </p:nvSpPr>
            <p:spPr>
              <a:xfrm>
                <a:off x="8804600" y="227912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2" name="object 298">
                <a:extLst>
                  <a:ext uri="{FF2B5EF4-FFF2-40B4-BE49-F238E27FC236}">
                    <a16:creationId xmlns:a16="http://schemas.microsoft.com/office/drawing/2014/main" id="{53EBD92A-E5AC-47D6-8191-FB71FF92E6C8}"/>
                  </a:ext>
                </a:extLst>
              </p:cNvPr>
              <p:cNvSpPr/>
              <p:nvPr userDrawn="1"/>
            </p:nvSpPr>
            <p:spPr>
              <a:xfrm>
                <a:off x="8806473" y="218351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3" name="object 299">
                <a:extLst>
                  <a:ext uri="{FF2B5EF4-FFF2-40B4-BE49-F238E27FC236}">
                    <a16:creationId xmlns:a16="http://schemas.microsoft.com/office/drawing/2014/main" id="{3A9B7D37-A542-4187-B05A-4D73916A45BE}"/>
                  </a:ext>
                </a:extLst>
              </p:cNvPr>
              <p:cNvSpPr/>
              <p:nvPr userDrawn="1"/>
            </p:nvSpPr>
            <p:spPr>
              <a:xfrm>
                <a:off x="8808345" y="208791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4" name="object 300">
                <a:extLst>
                  <a:ext uri="{FF2B5EF4-FFF2-40B4-BE49-F238E27FC236}">
                    <a16:creationId xmlns:a16="http://schemas.microsoft.com/office/drawing/2014/main" id="{410C1369-A16C-4586-9F8D-10D735424E40}"/>
                  </a:ext>
                </a:extLst>
              </p:cNvPr>
              <p:cNvSpPr/>
              <p:nvPr userDrawn="1"/>
            </p:nvSpPr>
            <p:spPr>
              <a:xfrm>
                <a:off x="8896542" y="2469004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5" name="object 301">
                <a:extLst>
                  <a:ext uri="{FF2B5EF4-FFF2-40B4-BE49-F238E27FC236}">
                    <a16:creationId xmlns:a16="http://schemas.microsoft.com/office/drawing/2014/main" id="{EA07C0B2-C6F3-44D5-84B0-AF33A2883CF5}"/>
                  </a:ext>
                </a:extLst>
              </p:cNvPr>
              <p:cNvSpPr/>
              <p:nvPr userDrawn="1"/>
            </p:nvSpPr>
            <p:spPr>
              <a:xfrm>
                <a:off x="8898414" y="2373507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6" name="object 302">
                <a:extLst>
                  <a:ext uri="{FF2B5EF4-FFF2-40B4-BE49-F238E27FC236}">
                    <a16:creationId xmlns:a16="http://schemas.microsoft.com/office/drawing/2014/main" id="{630095AA-678D-4353-960E-6A64064F1E6B}"/>
                  </a:ext>
                </a:extLst>
              </p:cNvPr>
              <p:cNvSpPr/>
              <p:nvPr userDrawn="1"/>
            </p:nvSpPr>
            <p:spPr>
              <a:xfrm>
                <a:off x="8900286" y="2278030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7" name="object 303">
                <a:extLst>
                  <a:ext uri="{FF2B5EF4-FFF2-40B4-BE49-F238E27FC236}">
                    <a16:creationId xmlns:a16="http://schemas.microsoft.com/office/drawing/2014/main" id="{F07AE6DA-D2BA-415E-86A1-5B1423452F53}"/>
                  </a:ext>
                </a:extLst>
              </p:cNvPr>
              <p:cNvSpPr/>
              <p:nvPr userDrawn="1"/>
            </p:nvSpPr>
            <p:spPr>
              <a:xfrm>
                <a:off x="8902158" y="21825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8" name="object 304">
                <a:extLst>
                  <a:ext uri="{FF2B5EF4-FFF2-40B4-BE49-F238E27FC236}">
                    <a16:creationId xmlns:a16="http://schemas.microsoft.com/office/drawing/2014/main" id="{909922A2-75FC-406D-98FA-D39EC6EA87AD}"/>
                  </a:ext>
                </a:extLst>
              </p:cNvPr>
              <p:cNvSpPr/>
              <p:nvPr userDrawn="1"/>
            </p:nvSpPr>
            <p:spPr>
              <a:xfrm>
                <a:off x="8904030" y="208706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9" name="object 305">
                <a:extLst>
                  <a:ext uri="{FF2B5EF4-FFF2-40B4-BE49-F238E27FC236}">
                    <a16:creationId xmlns:a16="http://schemas.microsoft.com/office/drawing/2014/main" id="{B3D2572F-073D-4FBF-9C0D-4D7A08DFFE3D}"/>
                  </a:ext>
                </a:extLst>
              </p:cNvPr>
              <p:cNvSpPr/>
              <p:nvPr userDrawn="1"/>
            </p:nvSpPr>
            <p:spPr>
              <a:xfrm>
                <a:off x="8905899" y="199158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0" name="object 306">
                <a:extLst>
                  <a:ext uri="{FF2B5EF4-FFF2-40B4-BE49-F238E27FC236}">
                    <a16:creationId xmlns:a16="http://schemas.microsoft.com/office/drawing/2014/main" id="{AFC33DFD-4134-440A-9F41-A121A7029E79}"/>
                  </a:ext>
                </a:extLst>
              </p:cNvPr>
              <p:cNvSpPr/>
              <p:nvPr userDrawn="1"/>
            </p:nvSpPr>
            <p:spPr>
              <a:xfrm>
                <a:off x="8994102" y="2370826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1" name="object 307">
                <a:extLst>
                  <a:ext uri="{FF2B5EF4-FFF2-40B4-BE49-F238E27FC236}">
                    <a16:creationId xmlns:a16="http://schemas.microsoft.com/office/drawing/2014/main" id="{884FDFBB-30AB-4627-90DD-C73F78240E23}"/>
                  </a:ext>
                </a:extLst>
              </p:cNvPr>
              <p:cNvSpPr/>
              <p:nvPr userDrawn="1"/>
            </p:nvSpPr>
            <p:spPr>
              <a:xfrm>
                <a:off x="8995971" y="227521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2" name="object 308">
                <a:extLst>
                  <a:ext uri="{FF2B5EF4-FFF2-40B4-BE49-F238E27FC236}">
                    <a16:creationId xmlns:a16="http://schemas.microsoft.com/office/drawing/2014/main" id="{29166F82-55E4-4E39-8473-B6E3CE41F306}"/>
                  </a:ext>
                </a:extLst>
              </p:cNvPr>
              <p:cNvSpPr/>
              <p:nvPr userDrawn="1"/>
            </p:nvSpPr>
            <p:spPr>
              <a:xfrm>
                <a:off x="8997844" y="2179611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3" name="object 309">
                <a:extLst>
                  <a:ext uri="{FF2B5EF4-FFF2-40B4-BE49-F238E27FC236}">
                    <a16:creationId xmlns:a16="http://schemas.microsoft.com/office/drawing/2014/main" id="{51601F30-F606-4693-886C-E92A68F13070}"/>
                  </a:ext>
                </a:extLst>
              </p:cNvPr>
              <p:cNvSpPr/>
              <p:nvPr userDrawn="1"/>
            </p:nvSpPr>
            <p:spPr>
              <a:xfrm>
                <a:off x="8999716" y="208401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4" name="object 310">
                <a:extLst>
                  <a:ext uri="{FF2B5EF4-FFF2-40B4-BE49-F238E27FC236}">
                    <a16:creationId xmlns:a16="http://schemas.microsoft.com/office/drawing/2014/main" id="{42FAAEE4-D587-45FA-A2CE-CDE9455355A6}"/>
                  </a:ext>
                </a:extLst>
              </p:cNvPr>
              <p:cNvSpPr/>
              <p:nvPr userDrawn="1"/>
            </p:nvSpPr>
            <p:spPr>
              <a:xfrm>
                <a:off x="9001587" y="1988397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5" name="object 311">
                <a:extLst>
                  <a:ext uri="{FF2B5EF4-FFF2-40B4-BE49-F238E27FC236}">
                    <a16:creationId xmlns:a16="http://schemas.microsoft.com/office/drawing/2014/main" id="{D629FE03-7740-406A-ACFB-9D03C3C3B8D9}"/>
                  </a:ext>
                </a:extLst>
              </p:cNvPr>
              <p:cNvSpPr/>
              <p:nvPr userDrawn="1"/>
            </p:nvSpPr>
            <p:spPr>
              <a:xfrm>
                <a:off x="9003459" y="1892795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6" name="object 312">
                <a:extLst>
                  <a:ext uri="{FF2B5EF4-FFF2-40B4-BE49-F238E27FC236}">
                    <a16:creationId xmlns:a16="http://schemas.microsoft.com/office/drawing/2014/main" id="{E89F393A-2772-454F-B7A9-21F36AB2AF9B}"/>
                  </a:ext>
                </a:extLst>
              </p:cNvPr>
              <p:cNvSpPr/>
              <p:nvPr userDrawn="1"/>
            </p:nvSpPr>
            <p:spPr>
              <a:xfrm>
                <a:off x="9091658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7" name="object 313">
                <a:extLst>
                  <a:ext uri="{FF2B5EF4-FFF2-40B4-BE49-F238E27FC236}">
                    <a16:creationId xmlns:a16="http://schemas.microsoft.com/office/drawing/2014/main" id="{2718B472-84A0-4011-833E-C0D3158EE8C3}"/>
                  </a:ext>
                </a:extLst>
              </p:cNvPr>
              <p:cNvSpPr/>
              <p:nvPr userDrawn="1"/>
            </p:nvSpPr>
            <p:spPr>
              <a:xfrm>
                <a:off x="9093529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8" name="object 314">
                <a:extLst>
                  <a:ext uri="{FF2B5EF4-FFF2-40B4-BE49-F238E27FC236}">
                    <a16:creationId xmlns:a16="http://schemas.microsoft.com/office/drawing/2014/main" id="{DBA92C7E-1912-4166-9A5F-AB920069C187}"/>
                  </a:ext>
                </a:extLst>
              </p:cNvPr>
              <p:cNvSpPr/>
              <p:nvPr userDrawn="1"/>
            </p:nvSpPr>
            <p:spPr>
              <a:xfrm>
                <a:off x="9095401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9" name="object 315">
                <a:extLst>
                  <a:ext uri="{FF2B5EF4-FFF2-40B4-BE49-F238E27FC236}">
                    <a16:creationId xmlns:a16="http://schemas.microsoft.com/office/drawing/2014/main" id="{E0A9C810-FDA7-4F82-8085-ADB47F1BDB75}"/>
                  </a:ext>
                </a:extLst>
              </p:cNvPr>
              <p:cNvSpPr/>
              <p:nvPr userDrawn="1"/>
            </p:nvSpPr>
            <p:spPr>
              <a:xfrm>
                <a:off x="9097274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0" name="object 316">
                <a:extLst>
                  <a:ext uri="{FF2B5EF4-FFF2-40B4-BE49-F238E27FC236}">
                    <a16:creationId xmlns:a16="http://schemas.microsoft.com/office/drawing/2014/main" id="{78F90775-FC24-45F8-9456-BCC2FC69C0E7}"/>
                  </a:ext>
                </a:extLst>
              </p:cNvPr>
              <p:cNvSpPr/>
              <p:nvPr userDrawn="1"/>
            </p:nvSpPr>
            <p:spPr>
              <a:xfrm>
                <a:off x="9099143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2" name="object 318">
                <a:extLst>
                  <a:ext uri="{FF2B5EF4-FFF2-40B4-BE49-F238E27FC236}">
                    <a16:creationId xmlns:a16="http://schemas.microsoft.com/office/drawing/2014/main" id="{E2622A62-4E53-4C2A-B8DE-5E22CE9ADF29}"/>
                  </a:ext>
                </a:extLst>
              </p:cNvPr>
              <p:cNvSpPr/>
              <p:nvPr userDrawn="1"/>
            </p:nvSpPr>
            <p:spPr>
              <a:xfrm>
                <a:off x="9286772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3" name="object 319">
                <a:extLst>
                  <a:ext uri="{FF2B5EF4-FFF2-40B4-BE49-F238E27FC236}">
                    <a16:creationId xmlns:a16="http://schemas.microsoft.com/office/drawing/2014/main" id="{A7545B0F-B3DA-4B8A-BFD7-C41E65207E15}"/>
                  </a:ext>
                </a:extLst>
              </p:cNvPr>
              <p:cNvSpPr/>
              <p:nvPr userDrawn="1"/>
            </p:nvSpPr>
            <p:spPr>
              <a:xfrm>
                <a:off x="9288645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4" name="object 320">
                <a:extLst>
                  <a:ext uri="{FF2B5EF4-FFF2-40B4-BE49-F238E27FC236}">
                    <a16:creationId xmlns:a16="http://schemas.microsoft.com/office/drawing/2014/main" id="{7344CE61-0010-41D2-979F-9BF55ED681F7}"/>
                  </a:ext>
                </a:extLst>
              </p:cNvPr>
              <p:cNvSpPr/>
              <p:nvPr userDrawn="1"/>
            </p:nvSpPr>
            <p:spPr>
              <a:xfrm>
                <a:off x="9290515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5" name="object 321">
                <a:extLst>
                  <a:ext uri="{FF2B5EF4-FFF2-40B4-BE49-F238E27FC236}">
                    <a16:creationId xmlns:a16="http://schemas.microsoft.com/office/drawing/2014/main" id="{FCE3D537-282F-4196-B3F6-FA318F90DAFE}"/>
                  </a:ext>
                </a:extLst>
              </p:cNvPr>
              <p:cNvSpPr/>
              <p:nvPr userDrawn="1"/>
            </p:nvSpPr>
            <p:spPr>
              <a:xfrm>
                <a:off x="9292388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6" name="object 322">
                <a:extLst>
                  <a:ext uri="{FF2B5EF4-FFF2-40B4-BE49-F238E27FC236}">
                    <a16:creationId xmlns:a16="http://schemas.microsoft.com/office/drawing/2014/main" id="{ADD1F631-4178-4111-A1A7-962E87804C3D}"/>
                  </a:ext>
                </a:extLst>
              </p:cNvPr>
              <p:cNvSpPr/>
              <p:nvPr userDrawn="1"/>
            </p:nvSpPr>
            <p:spPr>
              <a:xfrm>
                <a:off x="9294260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8" name="object 324">
                <a:extLst>
                  <a:ext uri="{FF2B5EF4-FFF2-40B4-BE49-F238E27FC236}">
                    <a16:creationId xmlns:a16="http://schemas.microsoft.com/office/drawing/2014/main" id="{A6A0CFD3-3ECE-40B9-9EFF-BCF37282775A}"/>
                  </a:ext>
                </a:extLst>
              </p:cNvPr>
              <p:cNvSpPr/>
              <p:nvPr userDrawn="1"/>
            </p:nvSpPr>
            <p:spPr>
              <a:xfrm>
                <a:off x="9189215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9" name="object 325">
                <a:extLst>
                  <a:ext uri="{FF2B5EF4-FFF2-40B4-BE49-F238E27FC236}">
                    <a16:creationId xmlns:a16="http://schemas.microsoft.com/office/drawing/2014/main" id="{6340C896-84C5-493C-816A-F3B866FD436A}"/>
                  </a:ext>
                </a:extLst>
              </p:cNvPr>
              <p:cNvSpPr/>
              <p:nvPr userDrawn="1"/>
            </p:nvSpPr>
            <p:spPr>
              <a:xfrm>
                <a:off x="9191087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0" name="object 326">
                <a:extLst>
                  <a:ext uri="{FF2B5EF4-FFF2-40B4-BE49-F238E27FC236}">
                    <a16:creationId xmlns:a16="http://schemas.microsoft.com/office/drawing/2014/main" id="{AB2B39FC-5D97-4EB3-B1B4-47F6F5CEA055}"/>
                  </a:ext>
                </a:extLst>
              </p:cNvPr>
              <p:cNvSpPr/>
              <p:nvPr userDrawn="1"/>
            </p:nvSpPr>
            <p:spPr>
              <a:xfrm>
                <a:off x="9192958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1" name="object 327">
                <a:extLst>
                  <a:ext uri="{FF2B5EF4-FFF2-40B4-BE49-F238E27FC236}">
                    <a16:creationId xmlns:a16="http://schemas.microsoft.com/office/drawing/2014/main" id="{FDAA058E-8B1E-413E-8581-0EBA33832268}"/>
                  </a:ext>
                </a:extLst>
              </p:cNvPr>
              <p:cNvSpPr/>
              <p:nvPr userDrawn="1"/>
            </p:nvSpPr>
            <p:spPr>
              <a:xfrm>
                <a:off x="9194830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2" name="object 328">
                <a:extLst>
                  <a:ext uri="{FF2B5EF4-FFF2-40B4-BE49-F238E27FC236}">
                    <a16:creationId xmlns:a16="http://schemas.microsoft.com/office/drawing/2014/main" id="{4A8EBC1F-3FE6-4467-AECB-36150F12DAB1}"/>
                  </a:ext>
                </a:extLst>
              </p:cNvPr>
              <p:cNvSpPr/>
              <p:nvPr userDrawn="1"/>
            </p:nvSpPr>
            <p:spPr>
              <a:xfrm>
                <a:off x="9196699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4" name="object 330">
                <a:extLst>
                  <a:ext uri="{FF2B5EF4-FFF2-40B4-BE49-F238E27FC236}">
                    <a16:creationId xmlns:a16="http://schemas.microsoft.com/office/drawing/2014/main" id="{81093E1D-1027-44C8-AD38-FB4455C52B06}"/>
                  </a:ext>
                </a:extLst>
              </p:cNvPr>
              <p:cNvSpPr/>
              <p:nvPr userDrawn="1"/>
            </p:nvSpPr>
            <p:spPr>
              <a:xfrm>
                <a:off x="9384330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5" name="object 331">
                <a:extLst>
                  <a:ext uri="{FF2B5EF4-FFF2-40B4-BE49-F238E27FC236}">
                    <a16:creationId xmlns:a16="http://schemas.microsoft.com/office/drawing/2014/main" id="{74E1D918-ECB5-477D-A928-C9EE602F46FA}"/>
                  </a:ext>
                </a:extLst>
              </p:cNvPr>
              <p:cNvSpPr/>
              <p:nvPr userDrawn="1"/>
            </p:nvSpPr>
            <p:spPr>
              <a:xfrm>
                <a:off x="9386202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6" name="object 332">
                <a:extLst>
                  <a:ext uri="{FF2B5EF4-FFF2-40B4-BE49-F238E27FC236}">
                    <a16:creationId xmlns:a16="http://schemas.microsoft.com/office/drawing/2014/main" id="{0E67A9D3-073A-4D8E-B259-AEF8B789DD98}"/>
                  </a:ext>
                </a:extLst>
              </p:cNvPr>
              <p:cNvSpPr/>
              <p:nvPr userDrawn="1"/>
            </p:nvSpPr>
            <p:spPr>
              <a:xfrm>
                <a:off x="938807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7" name="object 333">
                <a:extLst>
                  <a:ext uri="{FF2B5EF4-FFF2-40B4-BE49-F238E27FC236}">
                    <a16:creationId xmlns:a16="http://schemas.microsoft.com/office/drawing/2014/main" id="{7AF712A7-D2E7-4111-A933-230C6A19EBDF}"/>
                  </a:ext>
                </a:extLst>
              </p:cNvPr>
              <p:cNvSpPr/>
              <p:nvPr userDrawn="1"/>
            </p:nvSpPr>
            <p:spPr>
              <a:xfrm>
                <a:off x="9389944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0" name="object 336">
                <a:extLst>
                  <a:ext uri="{FF2B5EF4-FFF2-40B4-BE49-F238E27FC236}">
                    <a16:creationId xmlns:a16="http://schemas.microsoft.com/office/drawing/2014/main" id="{55902EF5-893E-4493-98CD-A617FCE9DE3C}"/>
                  </a:ext>
                </a:extLst>
              </p:cNvPr>
              <p:cNvSpPr/>
              <p:nvPr userDrawn="1"/>
            </p:nvSpPr>
            <p:spPr>
              <a:xfrm>
                <a:off x="9579442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1" name="object 337">
                <a:extLst>
                  <a:ext uri="{FF2B5EF4-FFF2-40B4-BE49-F238E27FC236}">
                    <a16:creationId xmlns:a16="http://schemas.microsoft.com/office/drawing/2014/main" id="{3D47DCCD-6730-4811-B3BA-5A5A9C727449}"/>
                  </a:ext>
                </a:extLst>
              </p:cNvPr>
              <p:cNvSpPr/>
              <p:nvPr userDrawn="1"/>
            </p:nvSpPr>
            <p:spPr>
              <a:xfrm>
                <a:off x="9581315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2" name="object 338">
                <a:extLst>
                  <a:ext uri="{FF2B5EF4-FFF2-40B4-BE49-F238E27FC236}">
                    <a16:creationId xmlns:a16="http://schemas.microsoft.com/office/drawing/2014/main" id="{5E2C6E7B-ED83-4278-8963-4116F072F152}"/>
                  </a:ext>
                </a:extLst>
              </p:cNvPr>
              <p:cNvSpPr/>
              <p:nvPr userDrawn="1"/>
            </p:nvSpPr>
            <p:spPr>
              <a:xfrm>
                <a:off x="9583189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3" name="object 339">
                <a:extLst>
                  <a:ext uri="{FF2B5EF4-FFF2-40B4-BE49-F238E27FC236}">
                    <a16:creationId xmlns:a16="http://schemas.microsoft.com/office/drawing/2014/main" id="{51A64BC8-FDCC-4938-B75E-3AD7DC9910AC}"/>
                  </a:ext>
                </a:extLst>
              </p:cNvPr>
              <p:cNvSpPr/>
              <p:nvPr userDrawn="1"/>
            </p:nvSpPr>
            <p:spPr>
              <a:xfrm>
                <a:off x="9585061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6" name="object 342">
                <a:extLst>
                  <a:ext uri="{FF2B5EF4-FFF2-40B4-BE49-F238E27FC236}">
                    <a16:creationId xmlns:a16="http://schemas.microsoft.com/office/drawing/2014/main" id="{E151A259-9DDD-4854-AC9B-74904D6A3921}"/>
                  </a:ext>
                </a:extLst>
              </p:cNvPr>
              <p:cNvSpPr/>
              <p:nvPr userDrawn="1"/>
            </p:nvSpPr>
            <p:spPr>
              <a:xfrm>
                <a:off x="9677003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7" name="object 343">
                <a:extLst>
                  <a:ext uri="{FF2B5EF4-FFF2-40B4-BE49-F238E27FC236}">
                    <a16:creationId xmlns:a16="http://schemas.microsoft.com/office/drawing/2014/main" id="{19D36A75-D201-4A87-97FF-6707EF031697}"/>
                  </a:ext>
                </a:extLst>
              </p:cNvPr>
              <p:cNvSpPr/>
              <p:nvPr userDrawn="1"/>
            </p:nvSpPr>
            <p:spPr>
              <a:xfrm>
                <a:off x="9678871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8" name="object 344">
                <a:extLst>
                  <a:ext uri="{FF2B5EF4-FFF2-40B4-BE49-F238E27FC236}">
                    <a16:creationId xmlns:a16="http://schemas.microsoft.com/office/drawing/2014/main" id="{20107AED-BCE2-4627-AA1A-74CC302B2F3E}"/>
                  </a:ext>
                </a:extLst>
              </p:cNvPr>
              <p:cNvSpPr/>
              <p:nvPr userDrawn="1"/>
            </p:nvSpPr>
            <p:spPr>
              <a:xfrm>
                <a:off x="9680745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9" name="object 345">
                <a:extLst>
                  <a:ext uri="{FF2B5EF4-FFF2-40B4-BE49-F238E27FC236}">
                    <a16:creationId xmlns:a16="http://schemas.microsoft.com/office/drawing/2014/main" id="{C46E59C0-08FD-4F38-BBD4-0443A78D3FE9}"/>
                  </a:ext>
                </a:extLst>
              </p:cNvPr>
              <p:cNvSpPr/>
              <p:nvPr userDrawn="1"/>
            </p:nvSpPr>
            <p:spPr>
              <a:xfrm>
                <a:off x="9682615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2" name="object 348">
                <a:extLst>
                  <a:ext uri="{FF2B5EF4-FFF2-40B4-BE49-F238E27FC236}">
                    <a16:creationId xmlns:a16="http://schemas.microsoft.com/office/drawing/2014/main" id="{615C5C5C-7F29-49F6-B3CF-3CAC67BBFD8E}"/>
                  </a:ext>
                </a:extLst>
              </p:cNvPr>
              <p:cNvSpPr/>
              <p:nvPr userDrawn="1"/>
            </p:nvSpPr>
            <p:spPr>
              <a:xfrm>
                <a:off x="9774560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3" name="object 349">
                <a:extLst>
                  <a:ext uri="{FF2B5EF4-FFF2-40B4-BE49-F238E27FC236}">
                    <a16:creationId xmlns:a16="http://schemas.microsoft.com/office/drawing/2014/main" id="{0FE541C4-64B1-40CC-888E-F5E26CE3915A}"/>
                  </a:ext>
                </a:extLst>
              </p:cNvPr>
              <p:cNvSpPr/>
              <p:nvPr userDrawn="1"/>
            </p:nvSpPr>
            <p:spPr>
              <a:xfrm>
                <a:off x="9776432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4" name="object 350">
                <a:extLst>
                  <a:ext uri="{FF2B5EF4-FFF2-40B4-BE49-F238E27FC236}">
                    <a16:creationId xmlns:a16="http://schemas.microsoft.com/office/drawing/2014/main" id="{A0A4E441-76B9-4C40-993F-22773CCA1D95}"/>
                  </a:ext>
                </a:extLst>
              </p:cNvPr>
              <p:cNvSpPr/>
              <p:nvPr userDrawn="1"/>
            </p:nvSpPr>
            <p:spPr>
              <a:xfrm>
                <a:off x="977830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5" name="object 351">
                <a:extLst>
                  <a:ext uri="{FF2B5EF4-FFF2-40B4-BE49-F238E27FC236}">
                    <a16:creationId xmlns:a16="http://schemas.microsoft.com/office/drawing/2014/main" id="{4D264853-BD43-4C2F-A7ED-9196CD324BF8}"/>
                  </a:ext>
                </a:extLst>
              </p:cNvPr>
              <p:cNvSpPr/>
              <p:nvPr userDrawn="1"/>
            </p:nvSpPr>
            <p:spPr>
              <a:xfrm>
                <a:off x="9780175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8" name="object 354">
                <a:extLst>
                  <a:ext uri="{FF2B5EF4-FFF2-40B4-BE49-F238E27FC236}">
                    <a16:creationId xmlns:a16="http://schemas.microsoft.com/office/drawing/2014/main" id="{632AE273-8309-41CB-AE18-E7C93EFCFCD1}"/>
                  </a:ext>
                </a:extLst>
              </p:cNvPr>
              <p:cNvSpPr/>
              <p:nvPr userDrawn="1"/>
            </p:nvSpPr>
            <p:spPr>
              <a:xfrm>
                <a:off x="9481888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9" name="object 355">
                <a:extLst>
                  <a:ext uri="{FF2B5EF4-FFF2-40B4-BE49-F238E27FC236}">
                    <a16:creationId xmlns:a16="http://schemas.microsoft.com/office/drawing/2014/main" id="{DB5CB592-A4BA-45B8-8105-ABE46F4B1998}"/>
                  </a:ext>
                </a:extLst>
              </p:cNvPr>
              <p:cNvSpPr/>
              <p:nvPr userDrawn="1"/>
            </p:nvSpPr>
            <p:spPr>
              <a:xfrm>
                <a:off x="9483759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0" name="object 356">
                <a:extLst>
                  <a:ext uri="{FF2B5EF4-FFF2-40B4-BE49-F238E27FC236}">
                    <a16:creationId xmlns:a16="http://schemas.microsoft.com/office/drawing/2014/main" id="{303BC45F-8EC3-4054-9032-56F1407DDCEA}"/>
                  </a:ext>
                </a:extLst>
              </p:cNvPr>
              <p:cNvSpPr/>
              <p:nvPr userDrawn="1"/>
            </p:nvSpPr>
            <p:spPr>
              <a:xfrm>
                <a:off x="948563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1" name="object 357">
                <a:extLst>
                  <a:ext uri="{FF2B5EF4-FFF2-40B4-BE49-F238E27FC236}">
                    <a16:creationId xmlns:a16="http://schemas.microsoft.com/office/drawing/2014/main" id="{B3966400-CEDD-450F-A8EE-1E21BABCA1CA}"/>
                  </a:ext>
                </a:extLst>
              </p:cNvPr>
              <p:cNvSpPr/>
              <p:nvPr userDrawn="1"/>
            </p:nvSpPr>
            <p:spPr>
              <a:xfrm>
                <a:off x="9487500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4" name="object 360">
                <a:extLst>
                  <a:ext uri="{FF2B5EF4-FFF2-40B4-BE49-F238E27FC236}">
                    <a16:creationId xmlns:a16="http://schemas.microsoft.com/office/drawing/2014/main" id="{BC207E14-24E9-4CE0-B935-4F8ACFF085D3}"/>
                  </a:ext>
                </a:extLst>
              </p:cNvPr>
              <p:cNvSpPr/>
              <p:nvPr userDrawn="1"/>
            </p:nvSpPr>
            <p:spPr>
              <a:xfrm>
                <a:off x="9872116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5" name="object 361">
                <a:extLst>
                  <a:ext uri="{FF2B5EF4-FFF2-40B4-BE49-F238E27FC236}">
                    <a16:creationId xmlns:a16="http://schemas.microsoft.com/office/drawing/2014/main" id="{C06564A9-54E9-46C4-815D-FF7DA871851D}"/>
                  </a:ext>
                </a:extLst>
              </p:cNvPr>
              <p:cNvSpPr/>
              <p:nvPr userDrawn="1"/>
            </p:nvSpPr>
            <p:spPr>
              <a:xfrm>
                <a:off x="9873990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6" name="object 362">
                <a:extLst>
                  <a:ext uri="{FF2B5EF4-FFF2-40B4-BE49-F238E27FC236}">
                    <a16:creationId xmlns:a16="http://schemas.microsoft.com/office/drawing/2014/main" id="{3E69315D-8DED-4614-8E68-BAF421100EB5}"/>
                  </a:ext>
                </a:extLst>
              </p:cNvPr>
              <p:cNvSpPr/>
              <p:nvPr userDrawn="1"/>
            </p:nvSpPr>
            <p:spPr>
              <a:xfrm>
                <a:off x="9875859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7" name="object 363">
                <a:extLst>
                  <a:ext uri="{FF2B5EF4-FFF2-40B4-BE49-F238E27FC236}">
                    <a16:creationId xmlns:a16="http://schemas.microsoft.com/office/drawing/2014/main" id="{1A8F4E1E-601C-4667-A88F-155ECDC6981C}"/>
                  </a:ext>
                </a:extLst>
              </p:cNvPr>
              <p:cNvSpPr/>
              <p:nvPr userDrawn="1"/>
            </p:nvSpPr>
            <p:spPr>
              <a:xfrm>
                <a:off x="9877731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2" name="object 368">
                <a:extLst>
                  <a:ext uri="{FF2B5EF4-FFF2-40B4-BE49-F238E27FC236}">
                    <a16:creationId xmlns:a16="http://schemas.microsoft.com/office/drawing/2014/main" id="{09788155-92E7-43FE-9121-89B674DD9B96}"/>
                  </a:ext>
                </a:extLst>
              </p:cNvPr>
              <p:cNvSpPr/>
              <p:nvPr userDrawn="1"/>
            </p:nvSpPr>
            <p:spPr>
              <a:xfrm>
                <a:off x="7632042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3" name="object 369">
                <a:extLst>
                  <a:ext uri="{FF2B5EF4-FFF2-40B4-BE49-F238E27FC236}">
                    <a16:creationId xmlns:a16="http://schemas.microsoft.com/office/drawing/2014/main" id="{3EDD2A8C-C7B7-4D50-8367-D710A840F978}"/>
                  </a:ext>
                </a:extLst>
              </p:cNvPr>
              <p:cNvSpPr/>
              <p:nvPr userDrawn="1"/>
            </p:nvSpPr>
            <p:spPr>
              <a:xfrm>
                <a:off x="763391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4" name="object 370">
                <a:extLst>
                  <a:ext uri="{FF2B5EF4-FFF2-40B4-BE49-F238E27FC236}">
                    <a16:creationId xmlns:a16="http://schemas.microsoft.com/office/drawing/2014/main" id="{E0F87E16-01C4-414D-8579-C03688CB9B69}"/>
                  </a:ext>
                </a:extLst>
              </p:cNvPr>
              <p:cNvSpPr/>
              <p:nvPr userDrawn="1"/>
            </p:nvSpPr>
            <p:spPr>
              <a:xfrm>
                <a:off x="7635785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5" name="object 371">
                <a:extLst>
                  <a:ext uri="{FF2B5EF4-FFF2-40B4-BE49-F238E27FC236}">
                    <a16:creationId xmlns:a16="http://schemas.microsoft.com/office/drawing/2014/main" id="{DAD22A34-8CE7-43EB-9675-8A0A8261F973}"/>
                  </a:ext>
                </a:extLst>
              </p:cNvPr>
              <p:cNvSpPr/>
              <p:nvPr userDrawn="1"/>
            </p:nvSpPr>
            <p:spPr>
              <a:xfrm>
                <a:off x="763765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8" name="object 374">
                <a:extLst>
                  <a:ext uri="{FF2B5EF4-FFF2-40B4-BE49-F238E27FC236}">
                    <a16:creationId xmlns:a16="http://schemas.microsoft.com/office/drawing/2014/main" id="{F33BD61C-9B4D-4B91-9576-F954CB5FF5E5}"/>
                  </a:ext>
                </a:extLst>
              </p:cNvPr>
              <p:cNvSpPr/>
              <p:nvPr userDrawn="1"/>
            </p:nvSpPr>
            <p:spPr>
              <a:xfrm>
                <a:off x="7827156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9" name="object 375">
                <a:extLst>
                  <a:ext uri="{FF2B5EF4-FFF2-40B4-BE49-F238E27FC236}">
                    <a16:creationId xmlns:a16="http://schemas.microsoft.com/office/drawing/2014/main" id="{C43BCF8F-59FB-4D06-8DA3-7F5D2DA0367E}"/>
                  </a:ext>
                </a:extLst>
              </p:cNvPr>
              <p:cNvSpPr/>
              <p:nvPr userDrawn="1"/>
            </p:nvSpPr>
            <p:spPr>
              <a:xfrm>
                <a:off x="782902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0" name="object 376">
                <a:extLst>
                  <a:ext uri="{FF2B5EF4-FFF2-40B4-BE49-F238E27FC236}">
                    <a16:creationId xmlns:a16="http://schemas.microsoft.com/office/drawing/2014/main" id="{3E77CFDE-4C1A-4332-B117-3CF0B5247124}"/>
                  </a:ext>
                </a:extLst>
              </p:cNvPr>
              <p:cNvSpPr/>
              <p:nvPr userDrawn="1"/>
            </p:nvSpPr>
            <p:spPr>
              <a:xfrm>
                <a:off x="7830898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1" name="object 377">
                <a:extLst>
                  <a:ext uri="{FF2B5EF4-FFF2-40B4-BE49-F238E27FC236}">
                    <a16:creationId xmlns:a16="http://schemas.microsoft.com/office/drawing/2014/main" id="{44750629-FC5B-4C4A-8170-31C3C4E078C7}"/>
                  </a:ext>
                </a:extLst>
              </p:cNvPr>
              <p:cNvSpPr/>
              <p:nvPr userDrawn="1"/>
            </p:nvSpPr>
            <p:spPr>
              <a:xfrm>
                <a:off x="783277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4" name="object 380">
                <a:extLst>
                  <a:ext uri="{FF2B5EF4-FFF2-40B4-BE49-F238E27FC236}">
                    <a16:creationId xmlns:a16="http://schemas.microsoft.com/office/drawing/2014/main" id="{67198F3F-29FA-4F8C-81DD-5617EB6EDC1E}"/>
                  </a:ext>
                </a:extLst>
              </p:cNvPr>
              <p:cNvSpPr/>
              <p:nvPr userDrawn="1"/>
            </p:nvSpPr>
            <p:spPr>
              <a:xfrm>
                <a:off x="7924090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5" name="object 381">
                <a:extLst>
                  <a:ext uri="{FF2B5EF4-FFF2-40B4-BE49-F238E27FC236}">
                    <a16:creationId xmlns:a16="http://schemas.microsoft.com/office/drawing/2014/main" id="{C281C3AA-F855-42FA-993A-79509C556378}"/>
                  </a:ext>
                </a:extLst>
              </p:cNvPr>
              <p:cNvSpPr/>
              <p:nvPr userDrawn="1"/>
            </p:nvSpPr>
            <p:spPr>
              <a:xfrm>
                <a:off x="792616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6" name="object 382">
                <a:extLst>
                  <a:ext uri="{FF2B5EF4-FFF2-40B4-BE49-F238E27FC236}">
                    <a16:creationId xmlns:a16="http://schemas.microsoft.com/office/drawing/2014/main" id="{21A15F34-37A4-422D-9CDB-900CB1D8DB4A}"/>
                  </a:ext>
                </a:extLst>
              </p:cNvPr>
              <p:cNvSpPr/>
              <p:nvPr userDrawn="1"/>
            </p:nvSpPr>
            <p:spPr>
              <a:xfrm>
                <a:off x="7928248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7" name="object 383">
                <a:extLst>
                  <a:ext uri="{FF2B5EF4-FFF2-40B4-BE49-F238E27FC236}">
                    <a16:creationId xmlns:a16="http://schemas.microsoft.com/office/drawing/2014/main" id="{558336D1-1E3A-499D-AD32-7380CA832C6D}"/>
                  </a:ext>
                </a:extLst>
              </p:cNvPr>
              <p:cNvSpPr/>
              <p:nvPr userDrawn="1"/>
            </p:nvSpPr>
            <p:spPr>
              <a:xfrm>
                <a:off x="793032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9" name="object 385">
                <a:extLst>
                  <a:ext uri="{FF2B5EF4-FFF2-40B4-BE49-F238E27FC236}">
                    <a16:creationId xmlns:a16="http://schemas.microsoft.com/office/drawing/2014/main" id="{331C538A-6C82-4D45-BFFD-0F81A6A7A67B}"/>
                  </a:ext>
                </a:extLst>
              </p:cNvPr>
              <p:cNvSpPr/>
              <p:nvPr userDrawn="1"/>
            </p:nvSpPr>
            <p:spPr>
              <a:xfrm>
                <a:off x="8022269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0" name="object 386">
                <a:extLst>
                  <a:ext uri="{FF2B5EF4-FFF2-40B4-BE49-F238E27FC236}">
                    <a16:creationId xmlns:a16="http://schemas.microsoft.com/office/drawing/2014/main" id="{AEDB120F-B3EF-4AE8-9C33-3FD2D733B819}"/>
                  </a:ext>
                </a:extLst>
              </p:cNvPr>
              <p:cNvSpPr/>
              <p:nvPr userDrawn="1"/>
            </p:nvSpPr>
            <p:spPr>
              <a:xfrm>
                <a:off x="802414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1" name="object 387">
                <a:extLst>
                  <a:ext uri="{FF2B5EF4-FFF2-40B4-BE49-F238E27FC236}">
                    <a16:creationId xmlns:a16="http://schemas.microsoft.com/office/drawing/2014/main" id="{16DEB6F5-497D-44D5-B937-8D3C21D1DE3A}"/>
                  </a:ext>
                </a:extLst>
              </p:cNvPr>
              <p:cNvSpPr/>
              <p:nvPr userDrawn="1"/>
            </p:nvSpPr>
            <p:spPr>
              <a:xfrm>
                <a:off x="8026013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2" name="object 388">
                <a:extLst>
                  <a:ext uri="{FF2B5EF4-FFF2-40B4-BE49-F238E27FC236}">
                    <a16:creationId xmlns:a16="http://schemas.microsoft.com/office/drawing/2014/main" id="{A6B6BA2B-46F4-420C-85AB-9AC233DFDF7B}"/>
                  </a:ext>
                </a:extLst>
              </p:cNvPr>
              <p:cNvSpPr/>
              <p:nvPr userDrawn="1"/>
            </p:nvSpPr>
            <p:spPr>
              <a:xfrm>
                <a:off x="8027885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3" name="object 389">
                <a:extLst>
                  <a:ext uri="{FF2B5EF4-FFF2-40B4-BE49-F238E27FC236}">
                    <a16:creationId xmlns:a16="http://schemas.microsoft.com/office/drawing/2014/main" id="{9BA53163-31F2-4E6B-8E7E-FCEBEC17B86E}"/>
                  </a:ext>
                </a:extLst>
              </p:cNvPr>
              <p:cNvSpPr/>
              <p:nvPr userDrawn="1"/>
            </p:nvSpPr>
            <p:spPr>
              <a:xfrm>
                <a:off x="8311198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4" name="object 390">
                <a:extLst>
                  <a:ext uri="{FF2B5EF4-FFF2-40B4-BE49-F238E27FC236}">
                    <a16:creationId xmlns:a16="http://schemas.microsoft.com/office/drawing/2014/main" id="{7EB423E5-1393-4850-AD28-C3E14D39366F}"/>
                  </a:ext>
                </a:extLst>
              </p:cNvPr>
              <p:cNvSpPr/>
              <p:nvPr userDrawn="1"/>
            </p:nvSpPr>
            <p:spPr>
              <a:xfrm>
                <a:off x="8313070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5" name="object 391">
                <a:extLst>
                  <a:ext uri="{FF2B5EF4-FFF2-40B4-BE49-F238E27FC236}">
                    <a16:creationId xmlns:a16="http://schemas.microsoft.com/office/drawing/2014/main" id="{69F11070-902F-41C9-96F3-7BBB8297DA4F}"/>
                  </a:ext>
                </a:extLst>
              </p:cNvPr>
              <p:cNvSpPr/>
              <p:nvPr userDrawn="1"/>
            </p:nvSpPr>
            <p:spPr>
              <a:xfrm>
                <a:off x="8314940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6" name="object 392">
                <a:extLst>
                  <a:ext uri="{FF2B5EF4-FFF2-40B4-BE49-F238E27FC236}">
                    <a16:creationId xmlns:a16="http://schemas.microsoft.com/office/drawing/2014/main" id="{FA3110FB-2CB5-4489-AC15-1E8FF7F13741}"/>
                  </a:ext>
                </a:extLst>
              </p:cNvPr>
              <p:cNvSpPr/>
              <p:nvPr userDrawn="1"/>
            </p:nvSpPr>
            <p:spPr>
              <a:xfrm>
                <a:off x="8316814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7" name="object 393">
                <a:extLst>
                  <a:ext uri="{FF2B5EF4-FFF2-40B4-BE49-F238E27FC236}">
                    <a16:creationId xmlns:a16="http://schemas.microsoft.com/office/drawing/2014/main" id="{5329C502-8CC8-435D-8FED-88F421092529}"/>
                  </a:ext>
                </a:extLst>
              </p:cNvPr>
              <p:cNvSpPr/>
              <p:nvPr userDrawn="1"/>
            </p:nvSpPr>
            <p:spPr>
              <a:xfrm>
                <a:off x="8318686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8" name="object 394">
                <a:extLst>
                  <a:ext uri="{FF2B5EF4-FFF2-40B4-BE49-F238E27FC236}">
                    <a16:creationId xmlns:a16="http://schemas.microsoft.com/office/drawing/2014/main" id="{AC098D0C-71D1-4A0C-8344-0602B39DEF0B}"/>
                  </a:ext>
                </a:extLst>
              </p:cNvPr>
              <p:cNvSpPr/>
              <p:nvPr userDrawn="1"/>
            </p:nvSpPr>
            <p:spPr>
              <a:xfrm>
                <a:off x="8320554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9" name="object 395">
                <a:extLst>
                  <a:ext uri="{FF2B5EF4-FFF2-40B4-BE49-F238E27FC236}">
                    <a16:creationId xmlns:a16="http://schemas.microsoft.com/office/drawing/2014/main" id="{55357D35-C844-4C7F-848D-37390FBD54BF}"/>
                  </a:ext>
                </a:extLst>
              </p:cNvPr>
              <p:cNvSpPr/>
              <p:nvPr userDrawn="1"/>
            </p:nvSpPr>
            <p:spPr>
              <a:xfrm>
                <a:off x="8408758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0" name="object 396">
                <a:extLst>
                  <a:ext uri="{FF2B5EF4-FFF2-40B4-BE49-F238E27FC236}">
                    <a16:creationId xmlns:a16="http://schemas.microsoft.com/office/drawing/2014/main" id="{A3918F06-5B1E-471D-9E1C-58BE273D3CC1}"/>
                  </a:ext>
                </a:extLst>
              </p:cNvPr>
              <p:cNvSpPr/>
              <p:nvPr userDrawn="1"/>
            </p:nvSpPr>
            <p:spPr>
              <a:xfrm>
                <a:off x="8410627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1" name="object 397">
                <a:extLst>
                  <a:ext uri="{FF2B5EF4-FFF2-40B4-BE49-F238E27FC236}">
                    <a16:creationId xmlns:a16="http://schemas.microsoft.com/office/drawing/2014/main" id="{57BE9286-F750-43EB-BFDA-9C4428723D27}"/>
                  </a:ext>
                </a:extLst>
              </p:cNvPr>
              <p:cNvSpPr/>
              <p:nvPr userDrawn="1"/>
            </p:nvSpPr>
            <p:spPr>
              <a:xfrm>
                <a:off x="8412500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2" name="object 398">
                <a:extLst>
                  <a:ext uri="{FF2B5EF4-FFF2-40B4-BE49-F238E27FC236}">
                    <a16:creationId xmlns:a16="http://schemas.microsoft.com/office/drawing/2014/main" id="{86F29AE6-E979-49D2-A41E-92DD26033856}"/>
                  </a:ext>
                </a:extLst>
              </p:cNvPr>
              <p:cNvSpPr/>
              <p:nvPr userDrawn="1"/>
            </p:nvSpPr>
            <p:spPr>
              <a:xfrm>
                <a:off x="8414370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3" name="object 399">
                <a:extLst>
                  <a:ext uri="{FF2B5EF4-FFF2-40B4-BE49-F238E27FC236}">
                    <a16:creationId xmlns:a16="http://schemas.microsoft.com/office/drawing/2014/main" id="{00E21BC0-E5B5-4549-BC10-30E27A4FDF75}"/>
                  </a:ext>
                </a:extLst>
              </p:cNvPr>
              <p:cNvSpPr/>
              <p:nvPr userDrawn="1"/>
            </p:nvSpPr>
            <p:spPr>
              <a:xfrm>
                <a:off x="841624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4" name="object 400">
                <a:extLst>
                  <a:ext uri="{FF2B5EF4-FFF2-40B4-BE49-F238E27FC236}">
                    <a16:creationId xmlns:a16="http://schemas.microsoft.com/office/drawing/2014/main" id="{263F7577-A0C8-457F-B789-F999FE60C113}"/>
                  </a:ext>
                </a:extLst>
              </p:cNvPr>
              <p:cNvSpPr/>
              <p:nvPr userDrawn="1"/>
            </p:nvSpPr>
            <p:spPr>
              <a:xfrm>
                <a:off x="8418115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5" name="object 401">
                <a:extLst>
                  <a:ext uri="{FF2B5EF4-FFF2-40B4-BE49-F238E27FC236}">
                    <a16:creationId xmlns:a16="http://schemas.microsoft.com/office/drawing/2014/main" id="{B77FED32-46C0-4059-908E-24AAB45BE8BA}"/>
                  </a:ext>
                </a:extLst>
              </p:cNvPr>
              <p:cNvSpPr/>
              <p:nvPr userDrawn="1"/>
            </p:nvSpPr>
            <p:spPr>
              <a:xfrm>
                <a:off x="6949137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6" name="object 402">
                <a:extLst>
                  <a:ext uri="{FF2B5EF4-FFF2-40B4-BE49-F238E27FC236}">
                    <a16:creationId xmlns:a16="http://schemas.microsoft.com/office/drawing/2014/main" id="{2D747DC3-4C28-4931-AAAA-DE79CC8D4C8E}"/>
                  </a:ext>
                </a:extLst>
              </p:cNvPr>
              <p:cNvSpPr/>
              <p:nvPr userDrawn="1"/>
            </p:nvSpPr>
            <p:spPr>
              <a:xfrm>
                <a:off x="695101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7" name="object 403">
                <a:extLst>
                  <a:ext uri="{FF2B5EF4-FFF2-40B4-BE49-F238E27FC236}">
                    <a16:creationId xmlns:a16="http://schemas.microsoft.com/office/drawing/2014/main" id="{C9F877BF-89F2-43A0-9E3A-7F900E797F73}"/>
                  </a:ext>
                </a:extLst>
              </p:cNvPr>
              <p:cNvSpPr/>
              <p:nvPr userDrawn="1"/>
            </p:nvSpPr>
            <p:spPr>
              <a:xfrm>
                <a:off x="6952884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591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8" name="object 404">
                <a:extLst>
                  <a:ext uri="{FF2B5EF4-FFF2-40B4-BE49-F238E27FC236}">
                    <a16:creationId xmlns:a16="http://schemas.microsoft.com/office/drawing/2014/main" id="{2291369C-47D6-4600-8A08-38C33B2CC7CE}"/>
                  </a:ext>
                </a:extLst>
              </p:cNvPr>
              <p:cNvSpPr/>
              <p:nvPr userDrawn="1"/>
            </p:nvSpPr>
            <p:spPr>
              <a:xfrm>
                <a:off x="6954753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9" name="object 405">
                <a:extLst>
                  <a:ext uri="{FF2B5EF4-FFF2-40B4-BE49-F238E27FC236}">
                    <a16:creationId xmlns:a16="http://schemas.microsoft.com/office/drawing/2014/main" id="{951FCDD6-429D-4C37-B486-C0CA038E36C2}"/>
                  </a:ext>
                </a:extLst>
              </p:cNvPr>
              <p:cNvSpPr/>
              <p:nvPr userDrawn="1"/>
            </p:nvSpPr>
            <p:spPr>
              <a:xfrm>
                <a:off x="7241188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0" name="object 406">
                <a:extLst>
                  <a:ext uri="{FF2B5EF4-FFF2-40B4-BE49-F238E27FC236}">
                    <a16:creationId xmlns:a16="http://schemas.microsoft.com/office/drawing/2014/main" id="{E10F81BE-27D0-49FB-8FB8-F244192C1391}"/>
                  </a:ext>
                </a:extLst>
              </p:cNvPr>
              <p:cNvSpPr/>
              <p:nvPr userDrawn="1"/>
            </p:nvSpPr>
            <p:spPr>
              <a:xfrm>
                <a:off x="724326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1" name="object 407">
                <a:extLst>
                  <a:ext uri="{FF2B5EF4-FFF2-40B4-BE49-F238E27FC236}">
                    <a16:creationId xmlns:a16="http://schemas.microsoft.com/office/drawing/2014/main" id="{49CE002C-513C-45DC-8202-8B447F4E7501}"/>
                  </a:ext>
                </a:extLst>
              </p:cNvPr>
              <p:cNvSpPr/>
              <p:nvPr userDrawn="1"/>
            </p:nvSpPr>
            <p:spPr>
              <a:xfrm>
                <a:off x="7245346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2" name="object 408">
                <a:extLst>
                  <a:ext uri="{FF2B5EF4-FFF2-40B4-BE49-F238E27FC236}">
                    <a16:creationId xmlns:a16="http://schemas.microsoft.com/office/drawing/2014/main" id="{C59FE621-1503-4F34-A7D4-AA598715BDBD}"/>
                  </a:ext>
                </a:extLst>
              </p:cNvPr>
              <p:cNvSpPr/>
              <p:nvPr userDrawn="1"/>
            </p:nvSpPr>
            <p:spPr>
              <a:xfrm>
                <a:off x="724742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5" name="object 411">
                <a:extLst>
                  <a:ext uri="{FF2B5EF4-FFF2-40B4-BE49-F238E27FC236}">
                    <a16:creationId xmlns:a16="http://schemas.microsoft.com/office/drawing/2014/main" id="{5CC16905-A79A-4A10-AAA6-67C7E8B5F4F8}"/>
                  </a:ext>
                </a:extLst>
              </p:cNvPr>
              <p:cNvSpPr/>
              <p:nvPr userDrawn="1"/>
            </p:nvSpPr>
            <p:spPr>
              <a:xfrm>
                <a:off x="3827303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6" name="object 412">
                <a:extLst>
                  <a:ext uri="{FF2B5EF4-FFF2-40B4-BE49-F238E27FC236}">
                    <a16:creationId xmlns:a16="http://schemas.microsoft.com/office/drawing/2014/main" id="{5A4ABA87-6F57-4F86-8B56-451416C1FB2D}"/>
                  </a:ext>
                </a:extLst>
              </p:cNvPr>
              <p:cNvSpPr/>
              <p:nvPr userDrawn="1"/>
            </p:nvSpPr>
            <p:spPr>
              <a:xfrm>
                <a:off x="3829174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7" name="object 413">
                <a:extLst>
                  <a:ext uri="{FF2B5EF4-FFF2-40B4-BE49-F238E27FC236}">
                    <a16:creationId xmlns:a16="http://schemas.microsoft.com/office/drawing/2014/main" id="{79B6D366-A851-46BE-95A6-421B7352D333}"/>
                  </a:ext>
                </a:extLst>
              </p:cNvPr>
              <p:cNvSpPr/>
              <p:nvPr userDrawn="1"/>
            </p:nvSpPr>
            <p:spPr>
              <a:xfrm>
                <a:off x="3831047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8" name="object 414">
                <a:extLst>
                  <a:ext uri="{FF2B5EF4-FFF2-40B4-BE49-F238E27FC236}">
                    <a16:creationId xmlns:a16="http://schemas.microsoft.com/office/drawing/2014/main" id="{66468D3A-BC66-49AC-AC33-7F85D85DD3D4}"/>
                  </a:ext>
                </a:extLst>
              </p:cNvPr>
              <p:cNvSpPr/>
              <p:nvPr userDrawn="1"/>
            </p:nvSpPr>
            <p:spPr>
              <a:xfrm>
                <a:off x="383291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1" name="object 417">
                <a:extLst>
                  <a:ext uri="{FF2B5EF4-FFF2-40B4-BE49-F238E27FC236}">
                    <a16:creationId xmlns:a16="http://schemas.microsoft.com/office/drawing/2014/main" id="{1A03AEDD-E2DA-425A-83FE-55C3A669D260}"/>
                  </a:ext>
                </a:extLst>
              </p:cNvPr>
              <p:cNvSpPr/>
              <p:nvPr userDrawn="1"/>
            </p:nvSpPr>
            <p:spPr>
              <a:xfrm>
                <a:off x="3924860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2" name="object 418">
                <a:extLst>
                  <a:ext uri="{FF2B5EF4-FFF2-40B4-BE49-F238E27FC236}">
                    <a16:creationId xmlns:a16="http://schemas.microsoft.com/office/drawing/2014/main" id="{8180D472-12EE-44F5-8681-D0EBDF502F8D}"/>
                  </a:ext>
                </a:extLst>
              </p:cNvPr>
              <p:cNvSpPr/>
              <p:nvPr userDrawn="1"/>
            </p:nvSpPr>
            <p:spPr>
              <a:xfrm>
                <a:off x="3926733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3" name="object 419">
                <a:extLst>
                  <a:ext uri="{FF2B5EF4-FFF2-40B4-BE49-F238E27FC236}">
                    <a16:creationId xmlns:a16="http://schemas.microsoft.com/office/drawing/2014/main" id="{BABEA5C5-130A-4446-8A0D-37E87DD0E9DB}"/>
                  </a:ext>
                </a:extLst>
              </p:cNvPr>
              <p:cNvSpPr/>
              <p:nvPr userDrawn="1"/>
            </p:nvSpPr>
            <p:spPr>
              <a:xfrm>
                <a:off x="3928604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4" name="object 420">
                <a:extLst>
                  <a:ext uri="{FF2B5EF4-FFF2-40B4-BE49-F238E27FC236}">
                    <a16:creationId xmlns:a16="http://schemas.microsoft.com/office/drawing/2014/main" id="{100AB009-4692-4E52-B665-2450F04E3BFF}"/>
                  </a:ext>
                </a:extLst>
              </p:cNvPr>
              <p:cNvSpPr/>
              <p:nvPr userDrawn="1"/>
            </p:nvSpPr>
            <p:spPr>
              <a:xfrm>
                <a:off x="3930476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6" name="object 422">
                <a:extLst>
                  <a:ext uri="{FF2B5EF4-FFF2-40B4-BE49-F238E27FC236}">
                    <a16:creationId xmlns:a16="http://schemas.microsoft.com/office/drawing/2014/main" id="{476FC9A3-CFF1-4646-923A-ABC5B45FAD00}"/>
                  </a:ext>
                </a:extLst>
              </p:cNvPr>
              <p:cNvSpPr/>
              <p:nvPr userDrawn="1"/>
            </p:nvSpPr>
            <p:spPr>
              <a:xfrm>
                <a:off x="4020546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7" name="object 423">
                <a:extLst>
                  <a:ext uri="{FF2B5EF4-FFF2-40B4-BE49-F238E27FC236}">
                    <a16:creationId xmlns:a16="http://schemas.microsoft.com/office/drawing/2014/main" id="{BCE86D4F-B0F1-408A-B4EC-B21A63ECB5C9}"/>
                  </a:ext>
                </a:extLst>
              </p:cNvPr>
              <p:cNvSpPr/>
              <p:nvPr userDrawn="1"/>
            </p:nvSpPr>
            <p:spPr>
              <a:xfrm>
                <a:off x="4022419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8" name="object 424">
                <a:extLst>
                  <a:ext uri="{FF2B5EF4-FFF2-40B4-BE49-F238E27FC236}">
                    <a16:creationId xmlns:a16="http://schemas.microsoft.com/office/drawing/2014/main" id="{43ACDF5B-5747-473D-A634-B41F39707577}"/>
                  </a:ext>
                </a:extLst>
              </p:cNvPr>
              <p:cNvSpPr/>
              <p:nvPr userDrawn="1"/>
            </p:nvSpPr>
            <p:spPr>
              <a:xfrm>
                <a:off x="4024289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9" name="object 425">
                <a:extLst>
                  <a:ext uri="{FF2B5EF4-FFF2-40B4-BE49-F238E27FC236}">
                    <a16:creationId xmlns:a16="http://schemas.microsoft.com/office/drawing/2014/main" id="{341BB138-97D9-4632-8055-4B61FB97ADD9}"/>
                  </a:ext>
                </a:extLst>
              </p:cNvPr>
              <p:cNvSpPr/>
              <p:nvPr userDrawn="1"/>
            </p:nvSpPr>
            <p:spPr>
              <a:xfrm>
                <a:off x="4026161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0" name="object 426">
                <a:extLst>
                  <a:ext uri="{FF2B5EF4-FFF2-40B4-BE49-F238E27FC236}">
                    <a16:creationId xmlns:a16="http://schemas.microsoft.com/office/drawing/2014/main" id="{BA329158-182E-4FBF-847E-1B306A9673AA}"/>
                  </a:ext>
                </a:extLst>
              </p:cNvPr>
              <p:cNvSpPr/>
              <p:nvPr userDrawn="1"/>
            </p:nvSpPr>
            <p:spPr>
              <a:xfrm>
                <a:off x="4028033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09B6C58D-C56D-447E-9A30-A5E4AE55E5E2}"/>
                  </a:ext>
                </a:extLst>
              </p:cNvPr>
              <p:cNvGrpSpPr/>
              <p:nvPr userDrawn="1"/>
            </p:nvGrpSpPr>
            <p:grpSpPr>
              <a:xfrm>
                <a:off x="125740" y="3151287"/>
                <a:ext cx="8117746" cy="224959"/>
                <a:chOff x="125740" y="3151287"/>
                <a:chExt cx="8117746" cy="224959"/>
              </a:xfrm>
            </p:grpSpPr>
            <p:sp>
              <p:nvSpPr>
                <p:cNvPr id="1722" name="object 38">
                  <a:extLst>
                    <a:ext uri="{FF2B5EF4-FFF2-40B4-BE49-F238E27FC236}">
                      <a16:creationId xmlns:a16="http://schemas.microsoft.com/office/drawing/2014/main" id="{3168DDE1-2637-4298-9C95-757921813EAA}"/>
                    </a:ext>
                  </a:extLst>
                </p:cNvPr>
                <p:cNvSpPr/>
                <p:nvPr userDrawn="1"/>
              </p:nvSpPr>
              <p:spPr>
                <a:xfrm>
                  <a:off x="3726003" y="3346401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20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20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3" name="object 39">
                  <a:extLst>
                    <a:ext uri="{FF2B5EF4-FFF2-40B4-BE49-F238E27FC236}">
                      <a16:creationId xmlns:a16="http://schemas.microsoft.com/office/drawing/2014/main" id="{E815FA27-EAF0-46F2-9D88-35943BB4F338}"/>
                    </a:ext>
                  </a:extLst>
                </p:cNvPr>
                <p:cNvSpPr/>
                <p:nvPr userDrawn="1"/>
              </p:nvSpPr>
              <p:spPr>
                <a:xfrm>
                  <a:off x="3727875" y="3250788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4" name="object 40">
                  <a:extLst>
                    <a:ext uri="{FF2B5EF4-FFF2-40B4-BE49-F238E27FC236}">
                      <a16:creationId xmlns:a16="http://schemas.microsoft.com/office/drawing/2014/main" id="{9896E91C-0D8A-4166-AEAE-42BCFBD88026}"/>
                    </a:ext>
                  </a:extLst>
                </p:cNvPr>
                <p:cNvSpPr/>
                <p:nvPr userDrawn="1"/>
              </p:nvSpPr>
              <p:spPr>
                <a:xfrm>
                  <a:off x="3729747" y="3155186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8" name="object 44">
                  <a:extLst>
                    <a:ext uri="{FF2B5EF4-FFF2-40B4-BE49-F238E27FC236}">
                      <a16:creationId xmlns:a16="http://schemas.microsoft.com/office/drawing/2014/main" id="{EDEC6C76-A145-4759-858D-9144B0F312B0}"/>
                    </a:ext>
                  </a:extLst>
                </p:cNvPr>
                <p:cNvSpPr/>
                <p:nvPr userDrawn="1"/>
              </p:nvSpPr>
              <p:spPr>
                <a:xfrm>
                  <a:off x="3628446" y="3346401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20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20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9" name="object 45">
                  <a:extLst>
                    <a:ext uri="{FF2B5EF4-FFF2-40B4-BE49-F238E27FC236}">
                      <a16:creationId xmlns:a16="http://schemas.microsoft.com/office/drawing/2014/main" id="{603A465F-D3C6-4BEC-B428-B49D53305567}"/>
                    </a:ext>
                  </a:extLst>
                </p:cNvPr>
                <p:cNvSpPr/>
                <p:nvPr userDrawn="1"/>
              </p:nvSpPr>
              <p:spPr>
                <a:xfrm>
                  <a:off x="3630318" y="3250788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0" name="object 46">
                  <a:extLst>
                    <a:ext uri="{FF2B5EF4-FFF2-40B4-BE49-F238E27FC236}">
                      <a16:creationId xmlns:a16="http://schemas.microsoft.com/office/drawing/2014/main" id="{C3658C9D-337A-4792-8F4D-B091A736D204}"/>
                    </a:ext>
                  </a:extLst>
                </p:cNvPr>
                <p:cNvSpPr/>
                <p:nvPr userDrawn="1"/>
              </p:nvSpPr>
              <p:spPr>
                <a:xfrm>
                  <a:off x="3632190" y="3155186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4" name="object 50">
                  <a:extLst>
                    <a:ext uri="{FF2B5EF4-FFF2-40B4-BE49-F238E27FC236}">
                      <a16:creationId xmlns:a16="http://schemas.microsoft.com/office/drawing/2014/main" id="{34F3082C-E96D-4D44-B016-AAD9E87BD234}"/>
                    </a:ext>
                  </a:extLst>
                </p:cNvPr>
                <p:cNvSpPr/>
                <p:nvPr userDrawn="1"/>
              </p:nvSpPr>
              <p:spPr>
                <a:xfrm>
                  <a:off x="3532760" y="3348344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5" name="object 51">
                  <a:extLst>
                    <a:ext uri="{FF2B5EF4-FFF2-40B4-BE49-F238E27FC236}">
                      <a16:creationId xmlns:a16="http://schemas.microsoft.com/office/drawing/2014/main" id="{C7F9A7FC-4F57-4063-8E47-D9B3BB23EAE4}"/>
                    </a:ext>
                  </a:extLst>
                </p:cNvPr>
                <p:cNvSpPr/>
                <p:nvPr userDrawn="1"/>
              </p:nvSpPr>
              <p:spPr>
                <a:xfrm>
                  <a:off x="3534632" y="3252743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6" name="object 52">
                  <a:extLst>
                    <a:ext uri="{FF2B5EF4-FFF2-40B4-BE49-F238E27FC236}">
                      <a16:creationId xmlns:a16="http://schemas.microsoft.com/office/drawing/2014/main" id="{EE1AEA1F-5FF0-45DE-99B4-CF1E42B1F6A6}"/>
                    </a:ext>
                  </a:extLst>
                </p:cNvPr>
                <p:cNvSpPr/>
                <p:nvPr userDrawn="1"/>
              </p:nvSpPr>
              <p:spPr>
                <a:xfrm>
                  <a:off x="3536504" y="3157141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9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9" name="object 55">
                  <a:extLst>
                    <a:ext uri="{FF2B5EF4-FFF2-40B4-BE49-F238E27FC236}">
                      <a16:creationId xmlns:a16="http://schemas.microsoft.com/office/drawing/2014/main" id="{EE693C2C-D046-4909-B980-0CE4931B7CAB}"/>
                    </a:ext>
                  </a:extLst>
                </p:cNvPr>
                <p:cNvSpPr/>
                <p:nvPr userDrawn="1"/>
              </p:nvSpPr>
              <p:spPr>
                <a:xfrm>
                  <a:off x="3435201" y="3348344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0" name="object 56">
                  <a:extLst>
                    <a:ext uri="{FF2B5EF4-FFF2-40B4-BE49-F238E27FC236}">
                      <a16:creationId xmlns:a16="http://schemas.microsoft.com/office/drawing/2014/main" id="{E987D1BC-51BD-423F-A8D1-17DAAFF76C8D}"/>
                    </a:ext>
                  </a:extLst>
                </p:cNvPr>
                <p:cNvSpPr/>
                <p:nvPr userDrawn="1"/>
              </p:nvSpPr>
              <p:spPr>
                <a:xfrm>
                  <a:off x="3437075" y="3252743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1" name="object 57">
                  <a:extLst>
                    <a:ext uri="{FF2B5EF4-FFF2-40B4-BE49-F238E27FC236}">
                      <a16:creationId xmlns:a16="http://schemas.microsoft.com/office/drawing/2014/main" id="{9EC10A89-84D9-4355-9D24-E3C8E7119159}"/>
                    </a:ext>
                  </a:extLst>
                </p:cNvPr>
                <p:cNvSpPr/>
                <p:nvPr userDrawn="1"/>
              </p:nvSpPr>
              <p:spPr>
                <a:xfrm>
                  <a:off x="3438945" y="3157141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9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4" name="object 60">
                  <a:extLst>
                    <a:ext uri="{FF2B5EF4-FFF2-40B4-BE49-F238E27FC236}">
                      <a16:creationId xmlns:a16="http://schemas.microsoft.com/office/drawing/2014/main" id="{FF83EB0F-956E-4F3E-B5B0-C61A099EF2F3}"/>
                    </a:ext>
                  </a:extLst>
                </p:cNvPr>
                <p:cNvSpPr/>
                <p:nvPr userDrawn="1"/>
              </p:nvSpPr>
              <p:spPr>
                <a:xfrm>
                  <a:off x="3338893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5" name="object 61">
                  <a:extLst>
                    <a:ext uri="{FF2B5EF4-FFF2-40B4-BE49-F238E27FC236}">
                      <a16:creationId xmlns:a16="http://schemas.microsoft.com/office/drawing/2014/main" id="{E3E95D42-5D32-41FC-A752-2E1D6E815991}"/>
                    </a:ext>
                  </a:extLst>
                </p:cNvPr>
                <p:cNvSpPr/>
                <p:nvPr userDrawn="1"/>
              </p:nvSpPr>
              <p:spPr>
                <a:xfrm>
                  <a:off x="3340973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6" name="object 62">
                  <a:extLst>
                    <a:ext uri="{FF2B5EF4-FFF2-40B4-BE49-F238E27FC236}">
                      <a16:creationId xmlns:a16="http://schemas.microsoft.com/office/drawing/2014/main" id="{08FB6CC6-93F4-43F8-8411-D66AC6338D52}"/>
                    </a:ext>
                  </a:extLst>
                </p:cNvPr>
                <p:cNvSpPr/>
                <p:nvPr userDrawn="1"/>
              </p:nvSpPr>
              <p:spPr>
                <a:xfrm>
                  <a:off x="3343052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97" y="10947"/>
                      </a:lnTo>
                      <a:lnTo>
                        <a:pt x="14097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8" name="object 64">
                  <a:extLst>
                    <a:ext uri="{FF2B5EF4-FFF2-40B4-BE49-F238E27FC236}">
                      <a16:creationId xmlns:a16="http://schemas.microsoft.com/office/drawing/2014/main" id="{09D4A4E1-0BAD-4CBA-8F0C-4F580E5B027A}"/>
                    </a:ext>
                  </a:extLst>
                </p:cNvPr>
                <p:cNvSpPr/>
                <p:nvPr userDrawn="1"/>
              </p:nvSpPr>
              <p:spPr>
                <a:xfrm>
                  <a:off x="3241336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9" name="object 65">
                  <a:extLst>
                    <a:ext uri="{FF2B5EF4-FFF2-40B4-BE49-F238E27FC236}">
                      <a16:creationId xmlns:a16="http://schemas.microsoft.com/office/drawing/2014/main" id="{A91D0AF4-DF4F-49C5-87F5-4B7FC06CB8D7}"/>
                    </a:ext>
                  </a:extLst>
                </p:cNvPr>
                <p:cNvSpPr/>
                <p:nvPr userDrawn="1"/>
              </p:nvSpPr>
              <p:spPr>
                <a:xfrm>
                  <a:off x="3243417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0" name="object 66">
                  <a:extLst>
                    <a:ext uri="{FF2B5EF4-FFF2-40B4-BE49-F238E27FC236}">
                      <a16:creationId xmlns:a16="http://schemas.microsoft.com/office/drawing/2014/main" id="{0670F004-0449-4464-81F0-4D15B41A3F58}"/>
                    </a:ext>
                  </a:extLst>
                </p:cNvPr>
                <p:cNvSpPr/>
                <p:nvPr userDrawn="1"/>
              </p:nvSpPr>
              <p:spPr>
                <a:xfrm>
                  <a:off x="3245495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2" name="object 68">
                  <a:extLst>
                    <a:ext uri="{FF2B5EF4-FFF2-40B4-BE49-F238E27FC236}">
                      <a16:creationId xmlns:a16="http://schemas.microsoft.com/office/drawing/2014/main" id="{B0EDD1B5-F2BC-4CEB-85F6-093B6CCD3D0C}"/>
                    </a:ext>
                  </a:extLst>
                </p:cNvPr>
                <p:cNvSpPr/>
                <p:nvPr userDrawn="1"/>
              </p:nvSpPr>
              <p:spPr>
                <a:xfrm>
                  <a:off x="3143778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3" name="object 69">
                  <a:extLst>
                    <a:ext uri="{FF2B5EF4-FFF2-40B4-BE49-F238E27FC236}">
                      <a16:creationId xmlns:a16="http://schemas.microsoft.com/office/drawing/2014/main" id="{DC3C4BC2-E455-4B74-B1E6-4831FB8FB52C}"/>
                    </a:ext>
                  </a:extLst>
                </p:cNvPr>
                <p:cNvSpPr/>
                <p:nvPr userDrawn="1"/>
              </p:nvSpPr>
              <p:spPr>
                <a:xfrm>
                  <a:off x="3145858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4" name="object 70">
                  <a:extLst>
                    <a:ext uri="{FF2B5EF4-FFF2-40B4-BE49-F238E27FC236}">
                      <a16:creationId xmlns:a16="http://schemas.microsoft.com/office/drawing/2014/main" id="{764074B6-7796-4A69-A2C7-3526D5282796}"/>
                    </a:ext>
                  </a:extLst>
                </p:cNvPr>
                <p:cNvSpPr/>
                <p:nvPr userDrawn="1"/>
              </p:nvSpPr>
              <p:spPr>
                <a:xfrm>
                  <a:off x="3147937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97" y="10947"/>
                      </a:lnTo>
                      <a:lnTo>
                        <a:pt x="14097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6" name="object 72">
                  <a:extLst>
                    <a:ext uri="{FF2B5EF4-FFF2-40B4-BE49-F238E27FC236}">
                      <a16:creationId xmlns:a16="http://schemas.microsoft.com/office/drawing/2014/main" id="{99C34BDC-4939-4F53-87FA-5D69FBDFD4C2}"/>
                    </a:ext>
                  </a:extLst>
                </p:cNvPr>
                <p:cNvSpPr/>
                <p:nvPr userDrawn="1"/>
              </p:nvSpPr>
              <p:spPr>
                <a:xfrm>
                  <a:off x="3048302" y="3351811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7" name="object 73">
                  <a:extLst>
                    <a:ext uri="{FF2B5EF4-FFF2-40B4-BE49-F238E27FC236}">
                      <a16:creationId xmlns:a16="http://schemas.microsoft.com/office/drawing/2014/main" id="{401B3C00-4AB8-46E5-8EEA-010D659F6198}"/>
                    </a:ext>
                  </a:extLst>
                </p:cNvPr>
                <p:cNvSpPr/>
                <p:nvPr userDrawn="1"/>
              </p:nvSpPr>
              <p:spPr>
                <a:xfrm>
                  <a:off x="3050380" y="3256426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8" name="object 74">
                  <a:extLst>
                    <a:ext uri="{FF2B5EF4-FFF2-40B4-BE49-F238E27FC236}">
                      <a16:creationId xmlns:a16="http://schemas.microsoft.com/office/drawing/2014/main" id="{F6BE0C95-2237-4851-B39F-9A54C3C10C26}"/>
                    </a:ext>
                  </a:extLst>
                </p:cNvPr>
                <p:cNvSpPr/>
                <p:nvPr userDrawn="1"/>
              </p:nvSpPr>
              <p:spPr>
                <a:xfrm>
                  <a:off x="3052459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9" name="object 75">
                  <a:extLst>
                    <a:ext uri="{FF2B5EF4-FFF2-40B4-BE49-F238E27FC236}">
                      <a16:creationId xmlns:a16="http://schemas.microsoft.com/office/drawing/2014/main" id="{6F0C93FC-87E9-4006-AA9A-B33F28A19EE0}"/>
                    </a:ext>
                  </a:extLst>
                </p:cNvPr>
                <p:cNvSpPr/>
                <p:nvPr userDrawn="1"/>
              </p:nvSpPr>
              <p:spPr>
                <a:xfrm>
                  <a:off x="2952563" y="3353716"/>
                  <a:ext cx="15240" cy="15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9" h="15239">
                      <a:moveTo>
                        <a:pt x="11353" y="0"/>
                      </a:moveTo>
                      <a:lnTo>
                        <a:pt x="3276" y="0"/>
                      </a:lnTo>
                      <a:lnTo>
                        <a:pt x="0" y="3276"/>
                      </a:lnTo>
                      <a:lnTo>
                        <a:pt x="0" y="7315"/>
                      </a:lnTo>
                      <a:lnTo>
                        <a:pt x="0" y="11353"/>
                      </a:lnTo>
                      <a:lnTo>
                        <a:pt x="3276" y="14630"/>
                      </a:lnTo>
                      <a:lnTo>
                        <a:pt x="11353" y="14630"/>
                      </a:lnTo>
                      <a:lnTo>
                        <a:pt x="14630" y="11353"/>
                      </a:lnTo>
                      <a:lnTo>
                        <a:pt x="14630" y="3276"/>
                      </a:lnTo>
                      <a:lnTo>
                        <a:pt x="11353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0" name="object 76">
                  <a:extLst>
                    <a:ext uri="{FF2B5EF4-FFF2-40B4-BE49-F238E27FC236}">
                      <a16:creationId xmlns:a16="http://schemas.microsoft.com/office/drawing/2014/main" id="{C91203BC-CDBF-45CA-BA38-22D550DFC441}"/>
                    </a:ext>
                  </a:extLst>
                </p:cNvPr>
                <p:cNvSpPr/>
                <p:nvPr userDrawn="1"/>
              </p:nvSpPr>
              <p:spPr>
                <a:xfrm>
                  <a:off x="2954902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1" name="object 77">
                  <a:extLst>
                    <a:ext uri="{FF2B5EF4-FFF2-40B4-BE49-F238E27FC236}">
                      <a16:creationId xmlns:a16="http://schemas.microsoft.com/office/drawing/2014/main" id="{E92183CD-228D-4183-83E2-6EFB86AD4DAF}"/>
                    </a:ext>
                  </a:extLst>
                </p:cNvPr>
                <p:cNvSpPr/>
                <p:nvPr userDrawn="1"/>
              </p:nvSpPr>
              <p:spPr>
                <a:xfrm>
                  <a:off x="2857343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2" name="object 78">
                  <a:extLst>
                    <a:ext uri="{FF2B5EF4-FFF2-40B4-BE49-F238E27FC236}">
                      <a16:creationId xmlns:a16="http://schemas.microsoft.com/office/drawing/2014/main" id="{149A8ABF-D499-47FF-8E1B-5D558F6D361C}"/>
                    </a:ext>
                  </a:extLst>
                </p:cNvPr>
                <p:cNvSpPr/>
                <p:nvPr userDrawn="1"/>
              </p:nvSpPr>
              <p:spPr>
                <a:xfrm>
                  <a:off x="2759789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3" name="object 79">
                  <a:extLst>
                    <a:ext uri="{FF2B5EF4-FFF2-40B4-BE49-F238E27FC236}">
                      <a16:creationId xmlns:a16="http://schemas.microsoft.com/office/drawing/2014/main" id="{F2EEC007-1AFF-4EC3-8CA0-197C7EC1AEE2}"/>
                    </a:ext>
                  </a:extLst>
                </p:cNvPr>
                <p:cNvSpPr/>
                <p:nvPr userDrawn="1"/>
              </p:nvSpPr>
              <p:spPr>
                <a:xfrm>
                  <a:off x="2662231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4" name="object 80">
                  <a:extLst>
                    <a:ext uri="{FF2B5EF4-FFF2-40B4-BE49-F238E27FC236}">
                      <a16:creationId xmlns:a16="http://schemas.microsoft.com/office/drawing/2014/main" id="{0888DA35-8859-4002-B7B8-606475833099}"/>
                    </a:ext>
                  </a:extLst>
                </p:cNvPr>
                <p:cNvSpPr/>
                <p:nvPr userDrawn="1"/>
              </p:nvSpPr>
              <p:spPr>
                <a:xfrm>
                  <a:off x="1784215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5" name="object 81">
                  <a:extLst>
                    <a:ext uri="{FF2B5EF4-FFF2-40B4-BE49-F238E27FC236}">
                      <a16:creationId xmlns:a16="http://schemas.microsoft.com/office/drawing/2014/main" id="{DE0E857F-E9AB-43C0-8403-0853939643E6}"/>
                    </a:ext>
                  </a:extLst>
                </p:cNvPr>
                <p:cNvSpPr/>
                <p:nvPr userDrawn="1"/>
              </p:nvSpPr>
              <p:spPr>
                <a:xfrm>
                  <a:off x="1686658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6" name="object 82">
                  <a:extLst>
                    <a:ext uri="{FF2B5EF4-FFF2-40B4-BE49-F238E27FC236}">
                      <a16:creationId xmlns:a16="http://schemas.microsoft.com/office/drawing/2014/main" id="{759E0E44-40B9-4685-A329-E99136B0F90E}"/>
                    </a:ext>
                  </a:extLst>
                </p:cNvPr>
                <p:cNvSpPr/>
                <p:nvPr userDrawn="1"/>
              </p:nvSpPr>
              <p:spPr>
                <a:xfrm>
                  <a:off x="1589100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7" name="object 83">
                  <a:extLst>
                    <a:ext uri="{FF2B5EF4-FFF2-40B4-BE49-F238E27FC236}">
                      <a16:creationId xmlns:a16="http://schemas.microsoft.com/office/drawing/2014/main" id="{D836AEF9-6669-40FF-AD48-3D46F9A89569}"/>
                    </a:ext>
                  </a:extLst>
                </p:cNvPr>
                <p:cNvSpPr/>
                <p:nvPr userDrawn="1"/>
              </p:nvSpPr>
              <p:spPr>
                <a:xfrm>
                  <a:off x="1489670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8" name="object 84">
                  <a:extLst>
                    <a:ext uri="{FF2B5EF4-FFF2-40B4-BE49-F238E27FC236}">
                      <a16:creationId xmlns:a16="http://schemas.microsoft.com/office/drawing/2014/main" id="{035C2840-C0F1-48D6-989F-B8A55D1768CE}"/>
                    </a:ext>
                  </a:extLst>
                </p:cNvPr>
                <p:cNvSpPr/>
                <p:nvPr userDrawn="1"/>
              </p:nvSpPr>
              <p:spPr>
                <a:xfrm>
                  <a:off x="1491542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9" name="object 85">
                  <a:extLst>
                    <a:ext uri="{FF2B5EF4-FFF2-40B4-BE49-F238E27FC236}">
                      <a16:creationId xmlns:a16="http://schemas.microsoft.com/office/drawing/2014/main" id="{17C99717-B2F9-46AA-9D27-C133AA2C0F85}"/>
                    </a:ext>
                  </a:extLst>
                </p:cNvPr>
                <p:cNvSpPr/>
                <p:nvPr userDrawn="1"/>
              </p:nvSpPr>
              <p:spPr>
                <a:xfrm>
                  <a:off x="1392114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0" name="object 86">
                  <a:extLst>
                    <a:ext uri="{FF2B5EF4-FFF2-40B4-BE49-F238E27FC236}">
                      <a16:creationId xmlns:a16="http://schemas.microsoft.com/office/drawing/2014/main" id="{E367C188-DBDE-4C29-B7D7-286CC9F6A3FB}"/>
                    </a:ext>
                  </a:extLst>
                </p:cNvPr>
                <p:cNvSpPr/>
                <p:nvPr userDrawn="1"/>
              </p:nvSpPr>
              <p:spPr>
                <a:xfrm>
                  <a:off x="1393985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1" name="object 87">
                  <a:extLst>
                    <a:ext uri="{FF2B5EF4-FFF2-40B4-BE49-F238E27FC236}">
                      <a16:creationId xmlns:a16="http://schemas.microsoft.com/office/drawing/2014/main" id="{0FFDB65F-C230-4193-87CF-B7913506C0ED}"/>
                    </a:ext>
                  </a:extLst>
                </p:cNvPr>
                <p:cNvSpPr/>
                <p:nvPr userDrawn="1"/>
              </p:nvSpPr>
              <p:spPr>
                <a:xfrm>
                  <a:off x="1292685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2" name="object 88">
                  <a:extLst>
                    <a:ext uri="{FF2B5EF4-FFF2-40B4-BE49-F238E27FC236}">
                      <a16:creationId xmlns:a16="http://schemas.microsoft.com/office/drawing/2014/main" id="{62A5FE5B-01D9-4E28-9B10-5A8C8A4F19D9}"/>
                    </a:ext>
                  </a:extLst>
                </p:cNvPr>
                <p:cNvSpPr/>
                <p:nvPr userDrawn="1"/>
              </p:nvSpPr>
              <p:spPr>
                <a:xfrm>
                  <a:off x="1294555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3" name="object 89">
                  <a:extLst>
                    <a:ext uri="{FF2B5EF4-FFF2-40B4-BE49-F238E27FC236}">
                      <a16:creationId xmlns:a16="http://schemas.microsoft.com/office/drawing/2014/main" id="{10F7BCCA-2DAB-4196-B1D7-8773FC2A8127}"/>
                    </a:ext>
                  </a:extLst>
                </p:cNvPr>
                <p:cNvSpPr/>
                <p:nvPr userDrawn="1"/>
              </p:nvSpPr>
              <p:spPr>
                <a:xfrm>
                  <a:off x="1296428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4" name="object 90">
                  <a:extLst>
                    <a:ext uri="{FF2B5EF4-FFF2-40B4-BE49-F238E27FC236}">
                      <a16:creationId xmlns:a16="http://schemas.microsoft.com/office/drawing/2014/main" id="{8737AD02-ED25-42B5-B163-704FA6CFAFB3}"/>
                    </a:ext>
                  </a:extLst>
                </p:cNvPr>
                <p:cNvSpPr/>
                <p:nvPr userDrawn="1"/>
              </p:nvSpPr>
              <p:spPr>
                <a:xfrm>
                  <a:off x="1195127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5" name="object 91">
                  <a:extLst>
                    <a:ext uri="{FF2B5EF4-FFF2-40B4-BE49-F238E27FC236}">
                      <a16:creationId xmlns:a16="http://schemas.microsoft.com/office/drawing/2014/main" id="{8AF94554-4E4C-4D3B-B990-A05F12382F04}"/>
                    </a:ext>
                  </a:extLst>
                </p:cNvPr>
                <p:cNvSpPr/>
                <p:nvPr userDrawn="1"/>
              </p:nvSpPr>
              <p:spPr>
                <a:xfrm>
                  <a:off x="1196999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6" name="object 92">
                  <a:extLst>
                    <a:ext uri="{FF2B5EF4-FFF2-40B4-BE49-F238E27FC236}">
                      <a16:creationId xmlns:a16="http://schemas.microsoft.com/office/drawing/2014/main" id="{042FAC21-211F-4E10-8143-FDEFCB26A91A}"/>
                    </a:ext>
                  </a:extLst>
                </p:cNvPr>
                <p:cNvSpPr/>
                <p:nvPr userDrawn="1"/>
              </p:nvSpPr>
              <p:spPr>
                <a:xfrm>
                  <a:off x="1198871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7" name="object 93">
                  <a:extLst>
                    <a:ext uri="{FF2B5EF4-FFF2-40B4-BE49-F238E27FC236}">
                      <a16:creationId xmlns:a16="http://schemas.microsoft.com/office/drawing/2014/main" id="{5A4325C8-4E0A-4DE2-BD98-DAE991869CF6}"/>
                    </a:ext>
                  </a:extLst>
                </p:cNvPr>
                <p:cNvSpPr/>
                <p:nvPr userDrawn="1"/>
              </p:nvSpPr>
              <p:spPr>
                <a:xfrm>
                  <a:off x="1097571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8" name="object 94">
                  <a:extLst>
                    <a:ext uri="{FF2B5EF4-FFF2-40B4-BE49-F238E27FC236}">
                      <a16:creationId xmlns:a16="http://schemas.microsoft.com/office/drawing/2014/main" id="{34C6EC6E-571F-4243-BBA9-BF83AFEA22D8}"/>
                    </a:ext>
                  </a:extLst>
                </p:cNvPr>
                <p:cNvSpPr/>
                <p:nvPr userDrawn="1"/>
              </p:nvSpPr>
              <p:spPr>
                <a:xfrm>
                  <a:off x="1099441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65" y="10604"/>
                      </a:lnTo>
                      <a:lnTo>
                        <a:pt x="13665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9" name="object 95">
                  <a:extLst>
                    <a:ext uri="{FF2B5EF4-FFF2-40B4-BE49-F238E27FC236}">
                      <a16:creationId xmlns:a16="http://schemas.microsoft.com/office/drawing/2014/main" id="{5D07836F-C7DC-48F4-8838-A1B855665800}"/>
                    </a:ext>
                  </a:extLst>
                </p:cNvPr>
                <p:cNvSpPr/>
                <p:nvPr userDrawn="1"/>
              </p:nvSpPr>
              <p:spPr>
                <a:xfrm>
                  <a:off x="1101313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0" name="object 96">
                  <a:extLst>
                    <a:ext uri="{FF2B5EF4-FFF2-40B4-BE49-F238E27FC236}">
                      <a16:creationId xmlns:a16="http://schemas.microsoft.com/office/drawing/2014/main" id="{95EEC3B4-DB1B-494C-9677-C132F3FC58DC}"/>
                    </a:ext>
                  </a:extLst>
                </p:cNvPr>
                <p:cNvSpPr/>
                <p:nvPr userDrawn="1"/>
              </p:nvSpPr>
              <p:spPr>
                <a:xfrm>
                  <a:off x="1000013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1" name="object 97">
                  <a:extLst>
                    <a:ext uri="{FF2B5EF4-FFF2-40B4-BE49-F238E27FC236}">
                      <a16:creationId xmlns:a16="http://schemas.microsoft.com/office/drawing/2014/main" id="{54118CE7-E47E-4EBA-A62A-7C235833B53B}"/>
                    </a:ext>
                  </a:extLst>
                </p:cNvPr>
                <p:cNvSpPr/>
                <p:nvPr userDrawn="1"/>
              </p:nvSpPr>
              <p:spPr>
                <a:xfrm>
                  <a:off x="1001884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2" name="object 98">
                  <a:extLst>
                    <a:ext uri="{FF2B5EF4-FFF2-40B4-BE49-F238E27FC236}">
                      <a16:creationId xmlns:a16="http://schemas.microsoft.com/office/drawing/2014/main" id="{A4C144BF-C2C4-4901-994B-55EA6F330D30}"/>
                    </a:ext>
                  </a:extLst>
                </p:cNvPr>
                <p:cNvSpPr/>
                <p:nvPr userDrawn="1"/>
              </p:nvSpPr>
              <p:spPr>
                <a:xfrm>
                  <a:off x="1003756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3" name="object 99">
                  <a:extLst>
                    <a:ext uri="{FF2B5EF4-FFF2-40B4-BE49-F238E27FC236}">
                      <a16:creationId xmlns:a16="http://schemas.microsoft.com/office/drawing/2014/main" id="{7DBBB773-AEA6-4BBD-8613-E849F04C6C74}"/>
                    </a:ext>
                  </a:extLst>
                </p:cNvPr>
                <p:cNvSpPr/>
                <p:nvPr userDrawn="1"/>
              </p:nvSpPr>
              <p:spPr>
                <a:xfrm>
                  <a:off x="902455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4" name="object 100">
                  <a:extLst>
                    <a:ext uri="{FF2B5EF4-FFF2-40B4-BE49-F238E27FC236}">
                      <a16:creationId xmlns:a16="http://schemas.microsoft.com/office/drawing/2014/main" id="{74AA716D-BCCF-4E7F-974F-C255F20CA90E}"/>
                    </a:ext>
                  </a:extLst>
                </p:cNvPr>
                <p:cNvSpPr/>
                <p:nvPr userDrawn="1"/>
              </p:nvSpPr>
              <p:spPr>
                <a:xfrm>
                  <a:off x="904327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5" name="object 101">
                  <a:extLst>
                    <a:ext uri="{FF2B5EF4-FFF2-40B4-BE49-F238E27FC236}">
                      <a16:creationId xmlns:a16="http://schemas.microsoft.com/office/drawing/2014/main" id="{E89D10EA-503A-474F-AC6B-6535FD6297B1}"/>
                    </a:ext>
                  </a:extLst>
                </p:cNvPr>
                <p:cNvSpPr/>
                <p:nvPr userDrawn="1"/>
              </p:nvSpPr>
              <p:spPr>
                <a:xfrm>
                  <a:off x="906198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6" name="object 102">
                  <a:extLst>
                    <a:ext uri="{FF2B5EF4-FFF2-40B4-BE49-F238E27FC236}">
                      <a16:creationId xmlns:a16="http://schemas.microsoft.com/office/drawing/2014/main" id="{3FBB819A-6EBF-47F3-9BB8-27E0515FD103}"/>
                    </a:ext>
                  </a:extLst>
                </p:cNvPr>
                <p:cNvSpPr/>
                <p:nvPr userDrawn="1"/>
              </p:nvSpPr>
              <p:spPr>
                <a:xfrm>
                  <a:off x="804898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7" name="object 103">
                  <a:extLst>
                    <a:ext uri="{FF2B5EF4-FFF2-40B4-BE49-F238E27FC236}">
                      <a16:creationId xmlns:a16="http://schemas.microsoft.com/office/drawing/2014/main" id="{427CBD16-D7EC-473A-8801-D933B0591792}"/>
                    </a:ext>
                  </a:extLst>
                </p:cNvPr>
                <p:cNvSpPr/>
                <p:nvPr userDrawn="1"/>
              </p:nvSpPr>
              <p:spPr>
                <a:xfrm>
                  <a:off x="806770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8" name="object 104">
                  <a:extLst>
                    <a:ext uri="{FF2B5EF4-FFF2-40B4-BE49-F238E27FC236}">
                      <a16:creationId xmlns:a16="http://schemas.microsoft.com/office/drawing/2014/main" id="{E0F09945-AA76-441D-B019-32B7C9B9922E}"/>
                    </a:ext>
                  </a:extLst>
                </p:cNvPr>
                <p:cNvSpPr/>
                <p:nvPr userDrawn="1"/>
              </p:nvSpPr>
              <p:spPr>
                <a:xfrm>
                  <a:off x="808642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9" name="object 105">
                  <a:extLst>
                    <a:ext uri="{FF2B5EF4-FFF2-40B4-BE49-F238E27FC236}">
                      <a16:creationId xmlns:a16="http://schemas.microsoft.com/office/drawing/2014/main" id="{412A88E5-41FF-431F-837D-3B84F51976DB}"/>
                    </a:ext>
                  </a:extLst>
                </p:cNvPr>
                <p:cNvSpPr/>
                <p:nvPr userDrawn="1"/>
              </p:nvSpPr>
              <p:spPr>
                <a:xfrm>
                  <a:off x="707340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0" name="object 106">
                  <a:extLst>
                    <a:ext uri="{FF2B5EF4-FFF2-40B4-BE49-F238E27FC236}">
                      <a16:creationId xmlns:a16="http://schemas.microsoft.com/office/drawing/2014/main" id="{ED7C4B61-DB82-4E25-9183-87E414885551}"/>
                    </a:ext>
                  </a:extLst>
                </p:cNvPr>
                <p:cNvSpPr/>
                <p:nvPr userDrawn="1"/>
              </p:nvSpPr>
              <p:spPr>
                <a:xfrm>
                  <a:off x="709212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1" name="object 107">
                  <a:extLst>
                    <a:ext uri="{FF2B5EF4-FFF2-40B4-BE49-F238E27FC236}">
                      <a16:creationId xmlns:a16="http://schemas.microsoft.com/office/drawing/2014/main" id="{BB6ADF7C-AA7F-4216-9915-15A607C77764}"/>
                    </a:ext>
                  </a:extLst>
                </p:cNvPr>
                <p:cNvSpPr/>
                <p:nvPr userDrawn="1"/>
              </p:nvSpPr>
              <p:spPr>
                <a:xfrm>
                  <a:off x="711084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2" name="object 108">
                  <a:extLst>
                    <a:ext uri="{FF2B5EF4-FFF2-40B4-BE49-F238E27FC236}">
                      <a16:creationId xmlns:a16="http://schemas.microsoft.com/office/drawing/2014/main" id="{087B3801-BDF9-4D62-92EE-D4E98569A0C4}"/>
                    </a:ext>
                  </a:extLst>
                </p:cNvPr>
                <p:cNvSpPr/>
                <p:nvPr userDrawn="1"/>
              </p:nvSpPr>
              <p:spPr>
                <a:xfrm>
                  <a:off x="609783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3" name="object 109">
                  <a:extLst>
                    <a:ext uri="{FF2B5EF4-FFF2-40B4-BE49-F238E27FC236}">
                      <a16:creationId xmlns:a16="http://schemas.microsoft.com/office/drawing/2014/main" id="{DC7CDD59-C31D-4F7D-A484-CB19AC9385C4}"/>
                    </a:ext>
                  </a:extLst>
                </p:cNvPr>
                <p:cNvSpPr/>
                <p:nvPr userDrawn="1"/>
              </p:nvSpPr>
              <p:spPr>
                <a:xfrm>
                  <a:off x="611655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4" name="object 110">
                  <a:extLst>
                    <a:ext uri="{FF2B5EF4-FFF2-40B4-BE49-F238E27FC236}">
                      <a16:creationId xmlns:a16="http://schemas.microsoft.com/office/drawing/2014/main" id="{643F899C-3EBE-4CAF-98DC-421082A087B1}"/>
                    </a:ext>
                  </a:extLst>
                </p:cNvPr>
                <p:cNvSpPr/>
                <p:nvPr userDrawn="1"/>
              </p:nvSpPr>
              <p:spPr>
                <a:xfrm>
                  <a:off x="613527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5" name="object 111">
                  <a:extLst>
                    <a:ext uri="{FF2B5EF4-FFF2-40B4-BE49-F238E27FC236}">
                      <a16:creationId xmlns:a16="http://schemas.microsoft.com/office/drawing/2014/main" id="{240D4E50-F15C-4017-9833-8D3F97C62C28}"/>
                    </a:ext>
                  </a:extLst>
                </p:cNvPr>
                <p:cNvSpPr/>
                <p:nvPr userDrawn="1"/>
              </p:nvSpPr>
              <p:spPr>
                <a:xfrm>
                  <a:off x="513890" y="3353982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5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6" name="object 112">
                  <a:extLst>
                    <a:ext uri="{FF2B5EF4-FFF2-40B4-BE49-F238E27FC236}">
                      <a16:creationId xmlns:a16="http://schemas.microsoft.com/office/drawing/2014/main" id="{AD379AE8-073E-4E83-B93A-B89D1B1A846E}"/>
                    </a:ext>
                  </a:extLst>
                </p:cNvPr>
                <p:cNvSpPr/>
                <p:nvPr userDrawn="1"/>
              </p:nvSpPr>
              <p:spPr>
                <a:xfrm>
                  <a:off x="515969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7" name="object 113">
                  <a:extLst>
                    <a:ext uri="{FF2B5EF4-FFF2-40B4-BE49-F238E27FC236}">
                      <a16:creationId xmlns:a16="http://schemas.microsoft.com/office/drawing/2014/main" id="{26CF5901-DF1A-4C8B-B1E3-83AD149A8115}"/>
                    </a:ext>
                  </a:extLst>
                </p:cNvPr>
                <p:cNvSpPr/>
                <p:nvPr userDrawn="1"/>
              </p:nvSpPr>
              <p:spPr>
                <a:xfrm>
                  <a:off x="416541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8" name="object 114">
                  <a:extLst>
                    <a:ext uri="{FF2B5EF4-FFF2-40B4-BE49-F238E27FC236}">
                      <a16:creationId xmlns:a16="http://schemas.microsoft.com/office/drawing/2014/main" id="{7717D4F9-B360-4B96-A5D3-90A6955D96FF}"/>
                    </a:ext>
                  </a:extLst>
                </p:cNvPr>
                <p:cNvSpPr/>
                <p:nvPr userDrawn="1"/>
              </p:nvSpPr>
              <p:spPr>
                <a:xfrm>
                  <a:off x="418411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9" name="object 115">
                  <a:extLst>
                    <a:ext uri="{FF2B5EF4-FFF2-40B4-BE49-F238E27FC236}">
                      <a16:creationId xmlns:a16="http://schemas.microsoft.com/office/drawing/2014/main" id="{010065F6-CB8B-4C5D-AA1D-399EDE9C74C7}"/>
                    </a:ext>
                  </a:extLst>
                </p:cNvPr>
                <p:cNvSpPr/>
                <p:nvPr userDrawn="1"/>
              </p:nvSpPr>
              <p:spPr>
                <a:xfrm>
                  <a:off x="318983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0" name="object 116">
                  <a:extLst>
                    <a:ext uri="{FF2B5EF4-FFF2-40B4-BE49-F238E27FC236}">
                      <a16:creationId xmlns:a16="http://schemas.microsoft.com/office/drawing/2014/main" id="{BE54B030-2F86-44CA-B78C-C4C4BE5FA5EB}"/>
                    </a:ext>
                  </a:extLst>
                </p:cNvPr>
                <p:cNvSpPr/>
                <p:nvPr userDrawn="1"/>
              </p:nvSpPr>
              <p:spPr>
                <a:xfrm>
                  <a:off x="320855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1" name="object 117">
                  <a:extLst>
                    <a:ext uri="{FF2B5EF4-FFF2-40B4-BE49-F238E27FC236}">
                      <a16:creationId xmlns:a16="http://schemas.microsoft.com/office/drawing/2014/main" id="{FDF01D84-EC77-4C22-BB1C-140665F23666}"/>
                    </a:ext>
                  </a:extLst>
                </p:cNvPr>
                <p:cNvSpPr/>
                <p:nvPr userDrawn="1"/>
              </p:nvSpPr>
              <p:spPr>
                <a:xfrm>
                  <a:off x="223298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2" name="object 118">
                  <a:extLst>
                    <a:ext uri="{FF2B5EF4-FFF2-40B4-BE49-F238E27FC236}">
                      <a16:creationId xmlns:a16="http://schemas.microsoft.com/office/drawing/2014/main" id="{FFFC60EF-FA29-49DE-8880-1C8BF3D61B81}"/>
                    </a:ext>
                  </a:extLst>
                </p:cNvPr>
                <p:cNvSpPr/>
                <p:nvPr userDrawn="1"/>
              </p:nvSpPr>
              <p:spPr>
                <a:xfrm>
                  <a:off x="125740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96" name="object 212">
                  <a:extLst>
                    <a:ext uri="{FF2B5EF4-FFF2-40B4-BE49-F238E27FC236}">
                      <a16:creationId xmlns:a16="http://schemas.microsoft.com/office/drawing/2014/main" id="{0E9DAE4D-CFAC-479B-B162-69EE4DF39FF7}"/>
                    </a:ext>
                  </a:extLst>
                </p:cNvPr>
                <p:cNvSpPr/>
                <p:nvPr userDrawn="1"/>
              </p:nvSpPr>
              <p:spPr>
                <a:xfrm>
                  <a:off x="8116083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02" name="object 218">
                  <a:extLst>
                    <a:ext uri="{FF2B5EF4-FFF2-40B4-BE49-F238E27FC236}">
                      <a16:creationId xmlns:a16="http://schemas.microsoft.com/office/drawing/2014/main" id="{C73C547D-6BEC-4DB6-86FB-BF9B9B996FDC}"/>
                    </a:ext>
                  </a:extLst>
                </p:cNvPr>
                <p:cNvSpPr/>
                <p:nvPr userDrawn="1"/>
              </p:nvSpPr>
              <p:spPr>
                <a:xfrm>
                  <a:off x="8213641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36" name="object 252">
                  <a:extLst>
                    <a:ext uri="{FF2B5EF4-FFF2-40B4-BE49-F238E27FC236}">
                      <a16:creationId xmlns:a16="http://schemas.microsoft.com/office/drawing/2014/main" id="{E1D1ED98-3A28-4D41-A7B8-455D67820F80}"/>
                    </a:ext>
                  </a:extLst>
                </p:cNvPr>
                <p:cNvSpPr/>
                <p:nvPr userDrawn="1"/>
              </p:nvSpPr>
              <p:spPr>
                <a:xfrm>
                  <a:off x="704295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37" name="object 253">
                  <a:extLst>
                    <a:ext uri="{FF2B5EF4-FFF2-40B4-BE49-F238E27FC236}">
                      <a16:creationId xmlns:a16="http://schemas.microsoft.com/office/drawing/2014/main" id="{FDD3F8B8-6F7A-4261-A7CE-998B6B273FD5}"/>
                    </a:ext>
                  </a:extLst>
                </p:cNvPr>
                <p:cNvSpPr/>
                <p:nvPr userDrawn="1"/>
              </p:nvSpPr>
              <p:spPr>
                <a:xfrm>
                  <a:off x="7044825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2" name="object 258">
                  <a:extLst>
                    <a:ext uri="{FF2B5EF4-FFF2-40B4-BE49-F238E27FC236}">
                      <a16:creationId xmlns:a16="http://schemas.microsoft.com/office/drawing/2014/main" id="{2164B42C-7C8D-457F-B0B3-71FEE77010BB}"/>
                    </a:ext>
                  </a:extLst>
                </p:cNvPr>
                <p:cNvSpPr/>
                <p:nvPr userDrawn="1"/>
              </p:nvSpPr>
              <p:spPr>
                <a:xfrm>
                  <a:off x="7140509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3" name="object 259">
                  <a:extLst>
                    <a:ext uri="{FF2B5EF4-FFF2-40B4-BE49-F238E27FC236}">
                      <a16:creationId xmlns:a16="http://schemas.microsoft.com/office/drawing/2014/main" id="{A1B1234D-3658-47C7-86AE-09A006E12353}"/>
                    </a:ext>
                  </a:extLst>
                </p:cNvPr>
                <p:cNvSpPr/>
                <p:nvPr userDrawn="1"/>
              </p:nvSpPr>
              <p:spPr>
                <a:xfrm>
                  <a:off x="7142382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8" name="object 264">
                  <a:extLst>
                    <a:ext uri="{FF2B5EF4-FFF2-40B4-BE49-F238E27FC236}">
                      <a16:creationId xmlns:a16="http://schemas.microsoft.com/office/drawing/2014/main" id="{5947305C-EAE9-4AF4-B21A-DB2829728A58}"/>
                    </a:ext>
                  </a:extLst>
                </p:cNvPr>
                <p:cNvSpPr/>
                <p:nvPr userDrawn="1"/>
              </p:nvSpPr>
              <p:spPr>
                <a:xfrm>
                  <a:off x="7334584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9" name="object 265">
                  <a:extLst>
                    <a:ext uri="{FF2B5EF4-FFF2-40B4-BE49-F238E27FC236}">
                      <a16:creationId xmlns:a16="http://schemas.microsoft.com/office/drawing/2014/main" id="{C77F2FE4-9544-466B-83F0-15A232B5F04E}"/>
                    </a:ext>
                  </a:extLst>
                </p:cNvPr>
                <p:cNvSpPr/>
                <p:nvPr userDrawn="1"/>
              </p:nvSpPr>
              <p:spPr>
                <a:xfrm>
                  <a:off x="7336666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54" name="object 270">
                  <a:extLst>
                    <a:ext uri="{FF2B5EF4-FFF2-40B4-BE49-F238E27FC236}">
                      <a16:creationId xmlns:a16="http://schemas.microsoft.com/office/drawing/2014/main" id="{6A82FA3F-8942-4109-A8D7-582131424195}"/>
                    </a:ext>
                  </a:extLst>
                </p:cNvPr>
                <p:cNvSpPr/>
                <p:nvPr userDrawn="1"/>
              </p:nvSpPr>
              <p:spPr>
                <a:xfrm>
                  <a:off x="7529702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55" name="object 271">
                  <a:extLst>
                    <a:ext uri="{FF2B5EF4-FFF2-40B4-BE49-F238E27FC236}">
                      <a16:creationId xmlns:a16="http://schemas.microsoft.com/office/drawing/2014/main" id="{CF11928A-DCC3-4FD9-BEA9-75534D6CF6BE}"/>
                    </a:ext>
                  </a:extLst>
                </p:cNvPr>
                <p:cNvSpPr/>
                <p:nvPr userDrawn="1"/>
              </p:nvSpPr>
              <p:spPr>
                <a:xfrm>
                  <a:off x="7531778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60" name="object 276">
                  <a:extLst>
                    <a:ext uri="{FF2B5EF4-FFF2-40B4-BE49-F238E27FC236}">
                      <a16:creationId xmlns:a16="http://schemas.microsoft.com/office/drawing/2014/main" id="{747B5153-657F-4E75-B16C-9CF9FC324673}"/>
                    </a:ext>
                  </a:extLst>
                </p:cNvPr>
                <p:cNvSpPr/>
                <p:nvPr userDrawn="1"/>
              </p:nvSpPr>
              <p:spPr>
                <a:xfrm>
                  <a:off x="772585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61" name="object 277">
                  <a:extLst>
                    <a:ext uri="{FF2B5EF4-FFF2-40B4-BE49-F238E27FC236}">
                      <a16:creationId xmlns:a16="http://schemas.microsoft.com/office/drawing/2014/main" id="{BDBD5444-429E-4F7D-B936-3E827816F098}"/>
                    </a:ext>
                  </a:extLst>
                </p:cNvPr>
                <p:cNvSpPr/>
                <p:nvPr userDrawn="1"/>
              </p:nvSpPr>
              <p:spPr>
                <a:xfrm>
                  <a:off x="7727726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0" name="object 366">
                  <a:extLst>
                    <a:ext uri="{FF2B5EF4-FFF2-40B4-BE49-F238E27FC236}">
                      <a16:creationId xmlns:a16="http://schemas.microsoft.com/office/drawing/2014/main" id="{4EFB8316-1AF3-44F5-9F37-7D10EB83C6EC}"/>
                    </a:ext>
                  </a:extLst>
                </p:cNvPr>
                <p:cNvSpPr/>
                <p:nvPr userDrawn="1"/>
              </p:nvSpPr>
              <p:spPr>
                <a:xfrm>
                  <a:off x="7628297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1" name="object 367">
                  <a:extLst>
                    <a:ext uri="{FF2B5EF4-FFF2-40B4-BE49-F238E27FC236}">
                      <a16:creationId xmlns:a16="http://schemas.microsoft.com/office/drawing/2014/main" id="{B5BACCB6-720C-4395-A259-2E7F16CB069F}"/>
                    </a:ext>
                  </a:extLst>
                </p:cNvPr>
                <p:cNvSpPr/>
                <p:nvPr userDrawn="1"/>
              </p:nvSpPr>
              <p:spPr>
                <a:xfrm>
                  <a:off x="7630170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6" name="object 372">
                  <a:extLst>
                    <a:ext uri="{FF2B5EF4-FFF2-40B4-BE49-F238E27FC236}">
                      <a16:creationId xmlns:a16="http://schemas.microsoft.com/office/drawing/2014/main" id="{05DAB09F-E5C3-42AA-B289-04F3BDBE2EAE}"/>
                    </a:ext>
                  </a:extLst>
                </p:cNvPr>
                <p:cNvSpPr/>
                <p:nvPr userDrawn="1"/>
              </p:nvSpPr>
              <p:spPr>
                <a:xfrm>
                  <a:off x="782341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7" name="object 373">
                  <a:extLst>
                    <a:ext uri="{FF2B5EF4-FFF2-40B4-BE49-F238E27FC236}">
                      <a16:creationId xmlns:a16="http://schemas.microsoft.com/office/drawing/2014/main" id="{5225925D-5058-4EBE-855D-810FFBDF4073}"/>
                    </a:ext>
                  </a:extLst>
                </p:cNvPr>
                <p:cNvSpPr/>
                <p:nvPr userDrawn="1"/>
              </p:nvSpPr>
              <p:spPr>
                <a:xfrm>
                  <a:off x="7825282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2" name="object 378">
                  <a:extLst>
                    <a:ext uri="{FF2B5EF4-FFF2-40B4-BE49-F238E27FC236}">
                      <a16:creationId xmlns:a16="http://schemas.microsoft.com/office/drawing/2014/main" id="{BCF0E07C-8D2C-4FBB-8B82-4C8F23C9600B}"/>
                    </a:ext>
                  </a:extLst>
                </p:cNvPr>
                <p:cNvSpPr/>
                <p:nvPr userDrawn="1"/>
              </p:nvSpPr>
              <p:spPr>
                <a:xfrm>
                  <a:off x="7919928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3" name="object 379">
                  <a:extLst>
                    <a:ext uri="{FF2B5EF4-FFF2-40B4-BE49-F238E27FC236}">
                      <a16:creationId xmlns:a16="http://schemas.microsoft.com/office/drawing/2014/main" id="{BB1CC8D6-656A-426A-9C5C-66CBDA1F3293}"/>
                    </a:ext>
                  </a:extLst>
                </p:cNvPr>
                <p:cNvSpPr/>
                <p:nvPr userDrawn="1"/>
              </p:nvSpPr>
              <p:spPr>
                <a:xfrm>
                  <a:off x="7922010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8" name="object 384">
                  <a:extLst>
                    <a:ext uri="{FF2B5EF4-FFF2-40B4-BE49-F238E27FC236}">
                      <a16:creationId xmlns:a16="http://schemas.microsoft.com/office/drawing/2014/main" id="{8892F9C3-FDB3-4A27-8EA2-C26FE8FDA173}"/>
                    </a:ext>
                  </a:extLst>
                </p:cNvPr>
                <p:cNvSpPr/>
                <p:nvPr userDrawn="1"/>
              </p:nvSpPr>
              <p:spPr>
                <a:xfrm>
                  <a:off x="8020397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3" name="object 409">
                  <a:extLst>
                    <a:ext uri="{FF2B5EF4-FFF2-40B4-BE49-F238E27FC236}">
                      <a16:creationId xmlns:a16="http://schemas.microsoft.com/office/drawing/2014/main" id="{E1129CB9-8A04-485A-8717-C6734F3F0EF2}"/>
                    </a:ext>
                  </a:extLst>
                </p:cNvPr>
                <p:cNvSpPr/>
                <p:nvPr userDrawn="1"/>
              </p:nvSpPr>
              <p:spPr>
                <a:xfrm>
                  <a:off x="3823561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4" name="object 410">
                  <a:extLst>
                    <a:ext uri="{FF2B5EF4-FFF2-40B4-BE49-F238E27FC236}">
                      <a16:creationId xmlns:a16="http://schemas.microsoft.com/office/drawing/2014/main" id="{74FECB82-3809-4525-BADF-9031A8E830A2}"/>
                    </a:ext>
                  </a:extLst>
                </p:cNvPr>
                <p:cNvSpPr/>
                <p:nvPr userDrawn="1"/>
              </p:nvSpPr>
              <p:spPr>
                <a:xfrm>
                  <a:off x="3825433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9" name="object 415">
                  <a:extLst>
                    <a:ext uri="{FF2B5EF4-FFF2-40B4-BE49-F238E27FC236}">
                      <a16:creationId xmlns:a16="http://schemas.microsoft.com/office/drawing/2014/main" id="{AD6D13FF-B98F-45F3-B140-E7A54008079B}"/>
                    </a:ext>
                  </a:extLst>
                </p:cNvPr>
                <p:cNvSpPr/>
                <p:nvPr userDrawn="1"/>
              </p:nvSpPr>
              <p:spPr>
                <a:xfrm>
                  <a:off x="3921118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00" name="object 416">
                  <a:extLst>
                    <a:ext uri="{FF2B5EF4-FFF2-40B4-BE49-F238E27FC236}">
                      <a16:creationId xmlns:a16="http://schemas.microsoft.com/office/drawing/2014/main" id="{FA92D14C-9D3D-49E8-9EE6-5D7297B10144}"/>
                    </a:ext>
                  </a:extLst>
                </p:cNvPr>
                <p:cNvSpPr/>
                <p:nvPr userDrawn="1"/>
              </p:nvSpPr>
              <p:spPr>
                <a:xfrm>
                  <a:off x="3922989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05" name="object 421">
                  <a:extLst>
                    <a:ext uri="{FF2B5EF4-FFF2-40B4-BE49-F238E27FC236}">
                      <a16:creationId xmlns:a16="http://schemas.microsoft.com/office/drawing/2014/main" id="{62654406-A2BA-4EF8-862A-E2EB2FB5DB15}"/>
                    </a:ext>
                  </a:extLst>
                </p:cNvPr>
                <p:cNvSpPr/>
                <p:nvPr userDrawn="1"/>
              </p:nvSpPr>
              <p:spPr>
                <a:xfrm>
                  <a:off x="4018676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11" name="object 427">
                  <a:extLst>
                    <a:ext uri="{FF2B5EF4-FFF2-40B4-BE49-F238E27FC236}">
                      <a16:creationId xmlns:a16="http://schemas.microsoft.com/office/drawing/2014/main" id="{70CFF2A6-F786-48C3-9062-45E8B44A2D11}"/>
                    </a:ext>
                  </a:extLst>
                </p:cNvPr>
                <p:cNvSpPr/>
                <p:nvPr userDrawn="1"/>
              </p:nvSpPr>
              <p:spPr>
                <a:xfrm>
                  <a:off x="4116231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112" name="object 428">
                <a:extLst>
                  <a:ext uri="{FF2B5EF4-FFF2-40B4-BE49-F238E27FC236}">
                    <a16:creationId xmlns:a16="http://schemas.microsoft.com/office/drawing/2014/main" id="{00491275-1093-4444-B75F-4A8D4300B3C3}"/>
                  </a:ext>
                </a:extLst>
              </p:cNvPr>
              <p:cNvSpPr/>
              <p:nvPr userDrawn="1"/>
            </p:nvSpPr>
            <p:spPr>
              <a:xfrm>
                <a:off x="4118104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3" name="object 429">
                <a:extLst>
                  <a:ext uri="{FF2B5EF4-FFF2-40B4-BE49-F238E27FC236}">
                    <a16:creationId xmlns:a16="http://schemas.microsoft.com/office/drawing/2014/main" id="{C0D0A64E-557C-4CEB-85E1-454249413BE9}"/>
                  </a:ext>
                </a:extLst>
              </p:cNvPr>
              <p:cNvSpPr/>
              <p:nvPr userDrawn="1"/>
            </p:nvSpPr>
            <p:spPr>
              <a:xfrm>
                <a:off x="4119975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4" name="object 430">
                <a:extLst>
                  <a:ext uri="{FF2B5EF4-FFF2-40B4-BE49-F238E27FC236}">
                    <a16:creationId xmlns:a16="http://schemas.microsoft.com/office/drawing/2014/main" id="{82FF6598-0044-4C1A-8967-62F756C55C25}"/>
                  </a:ext>
                </a:extLst>
              </p:cNvPr>
              <p:cNvSpPr/>
              <p:nvPr userDrawn="1"/>
            </p:nvSpPr>
            <p:spPr>
              <a:xfrm>
                <a:off x="4121847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5" name="object 431">
                <a:extLst>
                  <a:ext uri="{FF2B5EF4-FFF2-40B4-BE49-F238E27FC236}">
                    <a16:creationId xmlns:a16="http://schemas.microsoft.com/office/drawing/2014/main" id="{F7D6B6B7-0939-49A9-93BD-27DCFA5FC908}"/>
                  </a:ext>
                </a:extLst>
              </p:cNvPr>
              <p:cNvSpPr/>
              <p:nvPr userDrawn="1"/>
            </p:nvSpPr>
            <p:spPr>
              <a:xfrm>
                <a:off x="4123719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6" name="object 432">
                <a:extLst>
                  <a:ext uri="{FF2B5EF4-FFF2-40B4-BE49-F238E27FC236}">
                    <a16:creationId xmlns:a16="http://schemas.microsoft.com/office/drawing/2014/main" id="{C62B517A-9F64-47FE-BEEB-9CCF660F7897}"/>
                  </a:ext>
                </a:extLst>
              </p:cNvPr>
              <p:cNvSpPr/>
              <p:nvPr userDrawn="1"/>
            </p:nvSpPr>
            <p:spPr>
              <a:xfrm>
                <a:off x="4125591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7" name="object 433">
                <a:extLst>
                  <a:ext uri="{FF2B5EF4-FFF2-40B4-BE49-F238E27FC236}">
                    <a16:creationId xmlns:a16="http://schemas.microsoft.com/office/drawing/2014/main" id="{C9CB45A6-EE6C-416C-AF12-635AFA6821E5}"/>
                  </a:ext>
                </a:extLst>
              </p:cNvPr>
              <p:cNvSpPr/>
              <p:nvPr userDrawn="1"/>
            </p:nvSpPr>
            <p:spPr>
              <a:xfrm>
                <a:off x="4213790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8" name="object 434">
                <a:extLst>
                  <a:ext uri="{FF2B5EF4-FFF2-40B4-BE49-F238E27FC236}">
                    <a16:creationId xmlns:a16="http://schemas.microsoft.com/office/drawing/2014/main" id="{8D968C7F-B27E-4C2A-823C-B53812A90CA2}"/>
                  </a:ext>
                </a:extLst>
              </p:cNvPr>
              <p:cNvSpPr/>
              <p:nvPr userDrawn="1"/>
            </p:nvSpPr>
            <p:spPr>
              <a:xfrm>
                <a:off x="4215661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9" name="object 435">
                <a:extLst>
                  <a:ext uri="{FF2B5EF4-FFF2-40B4-BE49-F238E27FC236}">
                    <a16:creationId xmlns:a16="http://schemas.microsoft.com/office/drawing/2014/main" id="{BF8FFF94-AD98-4BEB-A3A0-9049F5C4711F}"/>
                  </a:ext>
                </a:extLst>
              </p:cNvPr>
              <p:cNvSpPr/>
              <p:nvPr userDrawn="1"/>
            </p:nvSpPr>
            <p:spPr>
              <a:xfrm>
                <a:off x="4217534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0" name="object 436">
                <a:extLst>
                  <a:ext uri="{FF2B5EF4-FFF2-40B4-BE49-F238E27FC236}">
                    <a16:creationId xmlns:a16="http://schemas.microsoft.com/office/drawing/2014/main" id="{D381E892-B956-449D-8C31-750B7224F2F6}"/>
                  </a:ext>
                </a:extLst>
              </p:cNvPr>
              <p:cNvSpPr/>
              <p:nvPr userDrawn="1"/>
            </p:nvSpPr>
            <p:spPr>
              <a:xfrm>
                <a:off x="4219405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1" name="object 437">
                <a:extLst>
                  <a:ext uri="{FF2B5EF4-FFF2-40B4-BE49-F238E27FC236}">
                    <a16:creationId xmlns:a16="http://schemas.microsoft.com/office/drawing/2014/main" id="{414CB593-F519-4DB8-8FA9-2F19ACEE6FBD}"/>
                  </a:ext>
                </a:extLst>
              </p:cNvPr>
              <p:cNvSpPr/>
              <p:nvPr userDrawn="1"/>
            </p:nvSpPr>
            <p:spPr>
              <a:xfrm>
                <a:off x="4221277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3" name="object 439">
                <a:extLst>
                  <a:ext uri="{FF2B5EF4-FFF2-40B4-BE49-F238E27FC236}">
                    <a16:creationId xmlns:a16="http://schemas.microsoft.com/office/drawing/2014/main" id="{DE7BD56A-6355-4FC1-88DB-7510AB9F6231}"/>
                  </a:ext>
                </a:extLst>
              </p:cNvPr>
              <p:cNvSpPr/>
              <p:nvPr userDrawn="1"/>
            </p:nvSpPr>
            <p:spPr>
              <a:xfrm>
                <a:off x="4311346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4" name="object 440">
                <a:extLst>
                  <a:ext uri="{FF2B5EF4-FFF2-40B4-BE49-F238E27FC236}">
                    <a16:creationId xmlns:a16="http://schemas.microsoft.com/office/drawing/2014/main" id="{C3F769FF-7436-4B3D-99BA-C8F8CF4A361F}"/>
                  </a:ext>
                </a:extLst>
              </p:cNvPr>
              <p:cNvSpPr/>
              <p:nvPr userDrawn="1"/>
            </p:nvSpPr>
            <p:spPr>
              <a:xfrm>
                <a:off x="4313220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5" name="object 441">
                <a:extLst>
                  <a:ext uri="{FF2B5EF4-FFF2-40B4-BE49-F238E27FC236}">
                    <a16:creationId xmlns:a16="http://schemas.microsoft.com/office/drawing/2014/main" id="{9F9ACC63-E1D7-4836-A50E-6EE4DE121687}"/>
                  </a:ext>
                </a:extLst>
              </p:cNvPr>
              <p:cNvSpPr/>
              <p:nvPr userDrawn="1"/>
            </p:nvSpPr>
            <p:spPr>
              <a:xfrm>
                <a:off x="4315090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6" name="object 442">
                <a:extLst>
                  <a:ext uri="{FF2B5EF4-FFF2-40B4-BE49-F238E27FC236}">
                    <a16:creationId xmlns:a16="http://schemas.microsoft.com/office/drawing/2014/main" id="{C5D77383-0C2C-482F-9667-F4EEFE87CA63}"/>
                  </a:ext>
                </a:extLst>
              </p:cNvPr>
              <p:cNvSpPr/>
              <p:nvPr userDrawn="1"/>
            </p:nvSpPr>
            <p:spPr>
              <a:xfrm>
                <a:off x="4316962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7" name="object 443">
                <a:extLst>
                  <a:ext uri="{FF2B5EF4-FFF2-40B4-BE49-F238E27FC236}">
                    <a16:creationId xmlns:a16="http://schemas.microsoft.com/office/drawing/2014/main" id="{CF329330-2A46-4E7C-9ED1-A410DFD8A158}"/>
                  </a:ext>
                </a:extLst>
              </p:cNvPr>
              <p:cNvSpPr/>
              <p:nvPr userDrawn="1"/>
            </p:nvSpPr>
            <p:spPr>
              <a:xfrm>
                <a:off x="4318834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9" name="object 445">
                <a:extLst>
                  <a:ext uri="{FF2B5EF4-FFF2-40B4-BE49-F238E27FC236}">
                    <a16:creationId xmlns:a16="http://schemas.microsoft.com/office/drawing/2014/main" id="{EEB26E65-D0A0-491F-A679-6B5CDED2E658}"/>
                  </a:ext>
                </a:extLst>
              </p:cNvPr>
              <p:cNvSpPr/>
              <p:nvPr userDrawn="1"/>
            </p:nvSpPr>
            <p:spPr>
              <a:xfrm>
                <a:off x="4410776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0" name="object 446">
                <a:extLst>
                  <a:ext uri="{FF2B5EF4-FFF2-40B4-BE49-F238E27FC236}">
                    <a16:creationId xmlns:a16="http://schemas.microsoft.com/office/drawing/2014/main" id="{AEC1433A-736D-444A-9B6F-62018C33E2B1}"/>
                  </a:ext>
                </a:extLst>
              </p:cNvPr>
              <p:cNvSpPr/>
              <p:nvPr userDrawn="1"/>
            </p:nvSpPr>
            <p:spPr>
              <a:xfrm>
                <a:off x="4412648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1" name="object 447">
                <a:extLst>
                  <a:ext uri="{FF2B5EF4-FFF2-40B4-BE49-F238E27FC236}">
                    <a16:creationId xmlns:a16="http://schemas.microsoft.com/office/drawing/2014/main" id="{95A0FCF1-8935-4F7B-A3DE-69084D44E384}"/>
                  </a:ext>
                </a:extLst>
              </p:cNvPr>
              <p:cNvSpPr/>
              <p:nvPr userDrawn="1"/>
            </p:nvSpPr>
            <p:spPr>
              <a:xfrm>
                <a:off x="4414520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2" name="object 448">
                <a:extLst>
                  <a:ext uri="{FF2B5EF4-FFF2-40B4-BE49-F238E27FC236}">
                    <a16:creationId xmlns:a16="http://schemas.microsoft.com/office/drawing/2014/main" id="{E730718D-E0C3-486F-BAA0-946DD705D614}"/>
                  </a:ext>
                </a:extLst>
              </p:cNvPr>
              <p:cNvSpPr/>
              <p:nvPr userDrawn="1"/>
            </p:nvSpPr>
            <p:spPr>
              <a:xfrm>
                <a:off x="4416392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35" name="object 451">
                <a:extLst>
                  <a:ext uri="{FF2B5EF4-FFF2-40B4-BE49-F238E27FC236}">
                    <a16:creationId xmlns:a16="http://schemas.microsoft.com/office/drawing/2014/main" id="{716CDC8F-7D7B-43E1-934D-67EDFC54A855}"/>
                  </a:ext>
                </a:extLst>
              </p:cNvPr>
              <p:cNvPicPr/>
              <p:nvPr userDrawn="1"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671" y="2271314"/>
                <a:ext cx="9902868" cy="3651274"/>
              </a:xfrm>
              <a:prstGeom prst="rect">
                <a:avLst/>
              </a:prstGeom>
            </p:spPr>
          </p:pic>
        </p:grpSp>
        <p:sp>
          <p:nvSpPr>
            <p:cNvPr id="2001" name="object 317">
              <a:extLst>
                <a:ext uri="{FF2B5EF4-FFF2-40B4-BE49-F238E27FC236}">
                  <a16:creationId xmlns:a16="http://schemas.microsoft.com/office/drawing/2014/main" id="{7C0900B0-A9EF-4239-A450-41003C747674}"/>
                </a:ext>
              </a:extLst>
            </p:cNvPr>
            <p:cNvSpPr/>
            <p:nvPr userDrawn="1"/>
          </p:nvSpPr>
          <p:spPr>
            <a:xfrm>
              <a:off x="9101017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323">
              <a:extLst>
                <a:ext uri="{FF2B5EF4-FFF2-40B4-BE49-F238E27FC236}">
                  <a16:creationId xmlns:a16="http://schemas.microsoft.com/office/drawing/2014/main" id="{80064E4E-6ED4-4E27-A5ED-46980F185FE8}"/>
                </a:ext>
              </a:extLst>
            </p:cNvPr>
            <p:cNvSpPr/>
            <p:nvPr userDrawn="1"/>
          </p:nvSpPr>
          <p:spPr>
            <a:xfrm>
              <a:off x="9296129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329">
              <a:extLst>
                <a:ext uri="{FF2B5EF4-FFF2-40B4-BE49-F238E27FC236}">
                  <a16:creationId xmlns:a16="http://schemas.microsoft.com/office/drawing/2014/main" id="{92EB890F-825C-489F-B1EB-ABF4275AE1AE}"/>
                </a:ext>
              </a:extLst>
            </p:cNvPr>
            <p:cNvSpPr/>
            <p:nvPr userDrawn="1"/>
          </p:nvSpPr>
          <p:spPr>
            <a:xfrm>
              <a:off x="9198573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334">
              <a:extLst>
                <a:ext uri="{FF2B5EF4-FFF2-40B4-BE49-F238E27FC236}">
                  <a16:creationId xmlns:a16="http://schemas.microsoft.com/office/drawing/2014/main" id="{E87FE1AB-0838-445D-A047-A64B5ED9C197}"/>
                </a:ext>
              </a:extLst>
            </p:cNvPr>
            <p:cNvSpPr/>
            <p:nvPr userDrawn="1"/>
          </p:nvSpPr>
          <p:spPr>
            <a:xfrm>
              <a:off x="9391818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335">
              <a:extLst>
                <a:ext uri="{FF2B5EF4-FFF2-40B4-BE49-F238E27FC236}">
                  <a16:creationId xmlns:a16="http://schemas.microsoft.com/office/drawing/2014/main" id="{CE631ECC-8BED-4A39-9193-FAACFB463D67}"/>
                </a:ext>
              </a:extLst>
            </p:cNvPr>
            <p:cNvSpPr/>
            <p:nvPr userDrawn="1"/>
          </p:nvSpPr>
          <p:spPr>
            <a:xfrm>
              <a:off x="9393687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340">
              <a:extLst>
                <a:ext uri="{FF2B5EF4-FFF2-40B4-BE49-F238E27FC236}">
                  <a16:creationId xmlns:a16="http://schemas.microsoft.com/office/drawing/2014/main" id="{54BC143E-0A19-433B-918B-E9D70FFE71C8}"/>
                </a:ext>
              </a:extLst>
            </p:cNvPr>
            <p:cNvSpPr/>
            <p:nvPr userDrawn="1"/>
          </p:nvSpPr>
          <p:spPr>
            <a:xfrm>
              <a:off x="9586930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341">
              <a:extLst>
                <a:ext uri="{FF2B5EF4-FFF2-40B4-BE49-F238E27FC236}">
                  <a16:creationId xmlns:a16="http://schemas.microsoft.com/office/drawing/2014/main" id="{696E1084-27F9-4399-8DE1-4A0D3196331C}"/>
                </a:ext>
              </a:extLst>
            </p:cNvPr>
            <p:cNvSpPr/>
            <p:nvPr userDrawn="1"/>
          </p:nvSpPr>
          <p:spPr>
            <a:xfrm>
              <a:off x="9588803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346">
              <a:extLst>
                <a:ext uri="{FF2B5EF4-FFF2-40B4-BE49-F238E27FC236}">
                  <a16:creationId xmlns:a16="http://schemas.microsoft.com/office/drawing/2014/main" id="{7FFF30CF-8E64-4BCA-A5D6-D06666E18B01}"/>
                </a:ext>
              </a:extLst>
            </p:cNvPr>
            <p:cNvSpPr/>
            <p:nvPr userDrawn="1"/>
          </p:nvSpPr>
          <p:spPr>
            <a:xfrm>
              <a:off x="9684487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347">
              <a:extLst>
                <a:ext uri="{FF2B5EF4-FFF2-40B4-BE49-F238E27FC236}">
                  <a16:creationId xmlns:a16="http://schemas.microsoft.com/office/drawing/2014/main" id="{2D8785F2-04F2-4C44-B9E4-8FBF49F7268A}"/>
                </a:ext>
              </a:extLst>
            </p:cNvPr>
            <p:cNvSpPr/>
            <p:nvPr userDrawn="1"/>
          </p:nvSpPr>
          <p:spPr>
            <a:xfrm>
              <a:off x="9686359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6" name="object 352">
              <a:extLst>
                <a:ext uri="{FF2B5EF4-FFF2-40B4-BE49-F238E27FC236}">
                  <a16:creationId xmlns:a16="http://schemas.microsoft.com/office/drawing/2014/main" id="{ADB5A174-09B1-408F-80BB-29948649D7E7}"/>
                </a:ext>
              </a:extLst>
            </p:cNvPr>
            <p:cNvSpPr/>
            <p:nvPr userDrawn="1"/>
          </p:nvSpPr>
          <p:spPr>
            <a:xfrm>
              <a:off x="978204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7" name="object 353">
              <a:extLst>
                <a:ext uri="{FF2B5EF4-FFF2-40B4-BE49-F238E27FC236}">
                  <a16:creationId xmlns:a16="http://schemas.microsoft.com/office/drawing/2014/main" id="{095E550A-60EF-44D0-90BE-BAA40F906E81}"/>
                </a:ext>
              </a:extLst>
            </p:cNvPr>
            <p:cNvSpPr/>
            <p:nvPr userDrawn="1"/>
          </p:nvSpPr>
          <p:spPr>
            <a:xfrm>
              <a:off x="9783917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2" name="object 358">
              <a:extLst>
                <a:ext uri="{FF2B5EF4-FFF2-40B4-BE49-F238E27FC236}">
                  <a16:creationId xmlns:a16="http://schemas.microsoft.com/office/drawing/2014/main" id="{B1E1946B-A60B-4B6A-991A-35F0E8AF1A43}"/>
                </a:ext>
              </a:extLst>
            </p:cNvPr>
            <p:cNvSpPr/>
            <p:nvPr userDrawn="1"/>
          </p:nvSpPr>
          <p:spPr>
            <a:xfrm>
              <a:off x="948937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3" name="object 359">
              <a:extLst>
                <a:ext uri="{FF2B5EF4-FFF2-40B4-BE49-F238E27FC236}">
                  <a16:creationId xmlns:a16="http://schemas.microsoft.com/office/drawing/2014/main" id="{08240C4C-DCD0-46F1-BB52-CED816311603}"/>
                </a:ext>
              </a:extLst>
            </p:cNvPr>
            <p:cNvSpPr/>
            <p:nvPr userDrawn="1"/>
          </p:nvSpPr>
          <p:spPr>
            <a:xfrm>
              <a:off x="9491243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8" name="object 364">
              <a:extLst>
                <a:ext uri="{FF2B5EF4-FFF2-40B4-BE49-F238E27FC236}">
                  <a16:creationId xmlns:a16="http://schemas.microsoft.com/office/drawing/2014/main" id="{ABF241E5-00E8-48DB-B609-B9FC3B9BF539}"/>
                </a:ext>
              </a:extLst>
            </p:cNvPr>
            <p:cNvSpPr/>
            <p:nvPr userDrawn="1"/>
          </p:nvSpPr>
          <p:spPr>
            <a:xfrm>
              <a:off x="987960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9" name="object 365">
              <a:extLst>
                <a:ext uri="{FF2B5EF4-FFF2-40B4-BE49-F238E27FC236}">
                  <a16:creationId xmlns:a16="http://schemas.microsoft.com/office/drawing/2014/main" id="{77F6BED0-B173-44B1-BA31-3EE16F1C5E78}"/>
                </a:ext>
              </a:extLst>
            </p:cNvPr>
            <p:cNvSpPr/>
            <p:nvPr userDrawn="1"/>
          </p:nvSpPr>
          <p:spPr>
            <a:xfrm>
              <a:off x="9881474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3674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">
    <p:bg>
      <p:bgPr>
        <a:solidFill>
          <a:srgbClr val="003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271E72-68DF-4092-888B-137EB3500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21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TITLE">
    <p:bg>
      <p:bgPr>
        <a:solidFill>
          <a:srgbClr val="266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7F4E169-9E2D-6344-A317-0D4A628C93B8}"/>
              </a:ext>
            </a:extLst>
          </p:cNvPr>
          <p:cNvCxnSpPr>
            <a:cxnSpLocks/>
          </p:cNvCxnSpPr>
          <p:nvPr userDrawn="1"/>
        </p:nvCxnSpPr>
        <p:spPr>
          <a:xfrm>
            <a:off x="0" y="2922104"/>
            <a:ext cx="753386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30000">
                  <a:schemeClr val="bg1">
                    <a:lumMod val="95000"/>
                    <a:alpha val="7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F94C4-4FBA-44F2-BFCD-E8CF79C607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30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22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25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27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-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현황</a:t>
            </a:r>
            <a:endParaRPr lang="en-US" sz="900" b="1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9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32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35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02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인력 및 조직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2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24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6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318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FAB67B5-262E-4473-840B-9F96A5F7D3BE}"/>
              </a:ext>
            </a:extLst>
          </p:cNvPr>
          <p:cNvSpPr/>
          <p:nvPr userDrawn="1"/>
        </p:nvSpPr>
        <p:spPr>
          <a:xfrm>
            <a:off x="9481541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Ⅵ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사업수행 방안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7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pic>
        <p:nvPicPr>
          <p:cNvPr id="34" name="Image 2" descr="gen-dedup-e0990f6be96fbeda1782a0e2f0ec67ac.png"/>
          <p:cNvPicPr>
            <a:picLocks noChangeAspect="1"/>
          </p:cNvPicPr>
          <p:nvPr userDrawn="1"/>
        </p:nvPicPr>
        <p:blipFill>
          <a:blip r:embed="rId3"/>
          <a:srcRect l="-2083" r="-2083"/>
          <a:stretch/>
        </p:blipFill>
        <p:spPr>
          <a:xfrm>
            <a:off x="0" y="6391656"/>
            <a:ext cx="9905695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06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장애 및 보안 관리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7962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지원 사항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517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022368"/>
          </a:solidFill>
          <a:ln>
            <a:solidFill>
              <a:srgbClr val="0223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268816"/>
            <a:ext cx="75776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2400" b="1" spc="-100" baseline="0" dirty="0">
                <a:solidFill>
                  <a:srgbClr val="0223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/>
              <a:t>, 24, </a:t>
            </a:r>
            <a:r>
              <a:rPr lang="en-US" altLang="ko-KR" dirty="0"/>
              <a:t>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31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847" name="그룹 846">
            <a:extLst>
              <a:ext uri="{FF2B5EF4-FFF2-40B4-BE49-F238E27FC236}">
                <a16:creationId xmlns:a16="http://schemas.microsoft.com/office/drawing/2014/main" id="{9174D344-C999-4348-8B95-AF9963C93369}"/>
              </a:ext>
            </a:extLst>
          </p:cNvPr>
          <p:cNvGrpSpPr/>
          <p:nvPr userDrawn="1"/>
        </p:nvGrpSpPr>
        <p:grpSpPr>
          <a:xfrm>
            <a:off x="5859104" y="9917880"/>
            <a:ext cx="766355" cy="348545"/>
            <a:chOff x="5712822" y="6200300"/>
            <a:chExt cx="766355" cy="348545"/>
          </a:xfrm>
        </p:grpSpPr>
        <p:grpSp>
          <p:nvGrpSpPr>
            <p:cNvPr id="848" name="그룹 847">
              <a:extLst>
                <a:ext uri="{FF2B5EF4-FFF2-40B4-BE49-F238E27FC236}">
                  <a16:creationId xmlns:a16="http://schemas.microsoft.com/office/drawing/2014/main" id="{CE6A4E8B-894A-4582-A6C9-C7AAA1201722}"/>
                </a:ext>
              </a:extLst>
            </p:cNvPr>
            <p:cNvGrpSpPr/>
            <p:nvPr/>
          </p:nvGrpSpPr>
          <p:grpSpPr>
            <a:xfrm>
              <a:off x="5716202" y="6200300"/>
              <a:ext cx="759597" cy="322960"/>
              <a:chOff x="2406015" y="3810000"/>
              <a:chExt cx="3158780" cy="1343026"/>
            </a:xfrm>
          </p:grpSpPr>
          <p:sp>
            <p:nvSpPr>
              <p:cNvPr id="850" name="Freeform 38">
                <a:extLst>
                  <a:ext uri="{FF2B5EF4-FFF2-40B4-BE49-F238E27FC236}">
                    <a16:creationId xmlns:a16="http://schemas.microsoft.com/office/drawing/2014/main" id="{E611CFC9-4077-46D8-B204-135C731DD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992" y="5043250"/>
                <a:ext cx="85052" cy="85052"/>
              </a:xfrm>
              <a:custGeom>
                <a:avLst/>
                <a:gdLst/>
                <a:ahLst/>
                <a:cxnLst>
                  <a:cxn ang="0">
                    <a:pos x="36" y="5"/>
                  </a:cxn>
                  <a:cxn ang="0">
                    <a:pos x="29" y="0"/>
                  </a:cxn>
                  <a:cxn ang="0">
                    <a:pos x="22" y="6"/>
                  </a:cxn>
                  <a:cxn ang="0">
                    <a:pos x="23" y="9"/>
                  </a:cxn>
                  <a:cxn ang="0">
                    <a:pos x="17" y="8"/>
                  </a:cxn>
                  <a:cxn ang="0">
                    <a:pos x="0" y="23"/>
                  </a:cxn>
                  <a:cxn ang="0">
                    <a:pos x="18" y="35"/>
                  </a:cxn>
                  <a:cxn ang="0">
                    <a:pos x="35" y="21"/>
                  </a:cxn>
                  <a:cxn ang="0">
                    <a:pos x="29" y="11"/>
                  </a:cxn>
                  <a:cxn ang="0">
                    <a:pos x="29" y="11"/>
                  </a:cxn>
                  <a:cxn ang="0">
                    <a:pos x="36" y="5"/>
                  </a:cxn>
                </a:cxnLst>
                <a:rect l="0" t="0" r="r" b="b"/>
                <a:pathLst>
                  <a:path w="36" h="36">
                    <a:moveTo>
                      <a:pt x="36" y="5"/>
                    </a:moveTo>
                    <a:cubicBezTo>
                      <a:pt x="36" y="2"/>
                      <a:pt x="33" y="0"/>
                      <a:pt x="29" y="0"/>
                    </a:cubicBezTo>
                    <a:cubicBezTo>
                      <a:pt x="25" y="1"/>
                      <a:pt x="22" y="3"/>
                      <a:pt x="22" y="6"/>
                    </a:cubicBezTo>
                    <a:cubicBezTo>
                      <a:pt x="22" y="7"/>
                      <a:pt x="23" y="8"/>
                      <a:pt x="23" y="9"/>
                    </a:cubicBezTo>
                    <a:cubicBezTo>
                      <a:pt x="21" y="8"/>
                      <a:pt x="19" y="8"/>
                      <a:pt x="17" y="8"/>
                    </a:cubicBezTo>
                    <a:cubicBezTo>
                      <a:pt x="7" y="9"/>
                      <a:pt x="0" y="15"/>
                      <a:pt x="0" y="23"/>
                    </a:cubicBezTo>
                    <a:cubicBezTo>
                      <a:pt x="0" y="30"/>
                      <a:pt x="8" y="36"/>
                      <a:pt x="18" y="35"/>
                    </a:cubicBezTo>
                    <a:cubicBezTo>
                      <a:pt x="27" y="35"/>
                      <a:pt x="35" y="28"/>
                      <a:pt x="35" y="21"/>
                    </a:cubicBezTo>
                    <a:cubicBezTo>
                      <a:pt x="35" y="17"/>
                      <a:pt x="33" y="13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3" y="11"/>
                      <a:pt x="36" y="8"/>
                      <a:pt x="36" y="5"/>
                    </a:cubicBezTo>
                    <a:close/>
                  </a:path>
                </a:pathLst>
              </a:custGeom>
              <a:solidFill>
                <a:srgbClr val="40352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1" name="Freeform 39">
                <a:extLst>
                  <a:ext uri="{FF2B5EF4-FFF2-40B4-BE49-F238E27FC236}">
                    <a16:creationId xmlns:a16="http://schemas.microsoft.com/office/drawing/2014/main" id="{2944AB5C-8567-45CD-A06C-2DD06B9A6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8437" y="4102737"/>
                <a:ext cx="404490" cy="793156"/>
              </a:xfrm>
              <a:custGeom>
                <a:avLst/>
                <a:gdLst/>
                <a:ahLst/>
                <a:cxnLst>
                  <a:cxn ang="0">
                    <a:pos x="45" y="204"/>
                  </a:cxn>
                  <a:cxn ang="0">
                    <a:pos x="24" y="236"/>
                  </a:cxn>
                  <a:cxn ang="0">
                    <a:pos x="8" y="276"/>
                  </a:cxn>
                  <a:cxn ang="0">
                    <a:pos x="0" y="332"/>
                  </a:cxn>
                  <a:cxn ang="0">
                    <a:pos x="0" y="337"/>
                  </a:cxn>
                  <a:cxn ang="0">
                    <a:pos x="3" y="332"/>
                  </a:cxn>
                  <a:cxn ang="0">
                    <a:pos x="7" y="326"/>
                  </a:cxn>
                  <a:cxn ang="0">
                    <a:pos x="62" y="246"/>
                  </a:cxn>
                  <a:cxn ang="0">
                    <a:pos x="148" y="80"/>
                  </a:cxn>
                  <a:cxn ang="0">
                    <a:pos x="171" y="0"/>
                  </a:cxn>
                  <a:cxn ang="0">
                    <a:pos x="171" y="0"/>
                  </a:cxn>
                  <a:cxn ang="0">
                    <a:pos x="45" y="204"/>
                  </a:cxn>
                </a:cxnLst>
                <a:rect l="0" t="0" r="r" b="b"/>
                <a:pathLst>
                  <a:path w="171" h="337">
                    <a:moveTo>
                      <a:pt x="45" y="204"/>
                    </a:moveTo>
                    <a:cubicBezTo>
                      <a:pt x="43" y="207"/>
                      <a:pt x="33" y="218"/>
                      <a:pt x="24" y="236"/>
                    </a:cubicBezTo>
                    <a:cubicBezTo>
                      <a:pt x="21" y="241"/>
                      <a:pt x="14" y="256"/>
                      <a:pt x="8" y="276"/>
                    </a:cubicBezTo>
                    <a:cubicBezTo>
                      <a:pt x="4" y="290"/>
                      <a:pt x="0" y="309"/>
                      <a:pt x="0" y="332"/>
                    </a:cubicBezTo>
                    <a:cubicBezTo>
                      <a:pt x="0" y="334"/>
                      <a:pt x="0" y="336"/>
                      <a:pt x="0" y="337"/>
                    </a:cubicBezTo>
                    <a:cubicBezTo>
                      <a:pt x="1" y="336"/>
                      <a:pt x="2" y="334"/>
                      <a:pt x="3" y="332"/>
                    </a:cubicBezTo>
                    <a:cubicBezTo>
                      <a:pt x="3" y="332"/>
                      <a:pt x="5" y="329"/>
                      <a:pt x="7" y="326"/>
                    </a:cubicBezTo>
                    <a:cubicBezTo>
                      <a:pt x="32" y="288"/>
                      <a:pt x="62" y="246"/>
                      <a:pt x="62" y="246"/>
                    </a:cubicBezTo>
                    <a:cubicBezTo>
                      <a:pt x="121" y="165"/>
                      <a:pt x="148" y="80"/>
                      <a:pt x="148" y="80"/>
                    </a:cubicBezTo>
                    <a:cubicBezTo>
                      <a:pt x="158" y="5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55" y="62"/>
                      <a:pt x="102" y="135"/>
                      <a:pt x="45" y="204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2" name="Freeform 40">
                <a:extLst>
                  <a:ext uri="{FF2B5EF4-FFF2-40B4-BE49-F238E27FC236}">
                    <a16:creationId xmlns:a16="http://schemas.microsoft.com/office/drawing/2014/main" id="{641C4B5D-919E-4A48-B6AC-88ED77457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305" y="4068122"/>
                <a:ext cx="404490" cy="843594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56" y="62"/>
                  </a:cxn>
                  <a:cxn ang="0">
                    <a:pos x="156" y="64"/>
                  </a:cxn>
                  <a:cxn ang="0">
                    <a:pos x="140" y="106"/>
                  </a:cxn>
                  <a:cxn ang="0">
                    <a:pos x="125" y="145"/>
                  </a:cxn>
                  <a:cxn ang="0">
                    <a:pos x="28" y="315"/>
                  </a:cxn>
                  <a:cxn ang="0">
                    <a:pos x="0" y="359"/>
                  </a:cxn>
                  <a:cxn ang="0">
                    <a:pos x="13" y="357"/>
                  </a:cxn>
                  <a:cxn ang="0">
                    <a:pos x="60" y="329"/>
                  </a:cxn>
                  <a:cxn ang="0">
                    <a:pos x="98" y="281"/>
                  </a:cxn>
                  <a:cxn ang="0">
                    <a:pos x="153" y="145"/>
                  </a:cxn>
                  <a:cxn ang="0">
                    <a:pos x="169" y="0"/>
                  </a:cxn>
                </a:cxnLst>
                <a:rect l="0" t="0" r="r" b="b"/>
                <a:pathLst>
                  <a:path w="171" h="359">
                    <a:moveTo>
                      <a:pt x="169" y="0"/>
                    </a:moveTo>
                    <a:cubicBezTo>
                      <a:pt x="168" y="18"/>
                      <a:pt x="163" y="40"/>
                      <a:pt x="156" y="62"/>
                    </a:cubicBezTo>
                    <a:cubicBezTo>
                      <a:pt x="156" y="62"/>
                      <a:pt x="156" y="63"/>
                      <a:pt x="156" y="64"/>
                    </a:cubicBezTo>
                    <a:cubicBezTo>
                      <a:pt x="153" y="72"/>
                      <a:pt x="148" y="86"/>
                      <a:pt x="140" y="106"/>
                    </a:cubicBezTo>
                    <a:cubicBezTo>
                      <a:pt x="136" y="119"/>
                      <a:pt x="130" y="132"/>
                      <a:pt x="125" y="145"/>
                    </a:cubicBezTo>
                    <a:cubicBezTo>
                      <a:pt x="107" y="189"/>
                      <a:pt x="77" y="249"/>
                      <a:pt x="28" y="315"/>
                    </a:cubicBezTo>
                    <a:cubicBezTo>
                      <a:pt x="28" y="315"/>
                      <a:pt x="16" y="334"/>
                      <a:pt x="0" y="359"/>
                    </a:cubicBezTo>
                    <a:cubicBezTo>
                      <a:pt x="3" y="359"/>
                      <a:pt x="7" y="358"/>
                      <a:pt x="13" y="357"/>
                    </a:cubicBezTo>
                    <a:cubicBezTo>
                      <a:pt x="37" y="352"/>
                      <a:pt x="53" y="337"/>
                      <a:pt x="60" y="329"/>
                    </a:cubicBezTo>
                    <a:cubicBezTo>
                      <a:pt x="70" y="318"/>
                      <a:pt x="84" y="302"/>
                      <a:pt x="98" y="281"/>
                    </a:cubicBezTo>
                    <a:cubicBezTo>
                      <a:pt x="105" y="271"/>
                      <a:pt x="135" y="225"/>
                      <a:pt x="153" y="145"/>
                    </a:cubicBezTo>
                    <a:cubicBezTo>
                      <a:pt x="171" y="67"/>
                      <a:pt x="169" y="0"/>
                      <a:pt x="169" y="0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3" name="Freeform 41">
                <a:extLst>
                  <a:ext uri="{FF2B5EF4-FFF2-40B4-BE49-F238E27FC236}">
                    <a16:creationId xmlns:a16="http://schemas.microsoft.com/office/drawing/2014/main" id="{A5EBE597-F7E5-4316-9870-7D66C120C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779" y="4173943"/>
                <a:ext cx="423280" cy="789200"/>
              </a:xfrm>
              <a:custGeom>
                <a:avLst/>
                <a:gdLst/>
                <a:ahLst/>
                <a:cxnLst>
                  <a:cxn ang="0">
                    <a:pos x="147" y="80"/>
                  </a:cxn>
                  <a:cxn ang="0">
                    <a:pos x="73" y="214"/>
                  </a:cxn>
                  <a:cxn ang="0">
                    <a:pos x="20" y="296"/>
                  </a:cxn>
                  <a:cxn ang="0">
                    <a:pos x="13" y="307"/>
                  </a:cxn>
                  <a:cxn ang="0">
                    <a:pos x="12" y="309"/>
                  </a:cxn>
                  <a:cxn ang="0">
                    <a:pos x="0" y="329"/>
                  </a:cxn>
                  <a:cxn ang="0">
                    <a:pos x="5" y="329"/>
                  </a:cxn>
                  <a:cxn ang="0">
                    <a:pos x="11" y="323"/>
                  </a:cxn>
                  <a:cxn ang="0">
                    <a:pos x="6" y="331"/>
                  </a:cxn>
                  <a:cxn ang="0">
                    <a:pos x="15" y="319"/>
                  </a:cxn>
                  <a:cxn ang="0">
                    <a:pos x="18" y="314"/>
                  </a:cxn>
                  <a:cxn ang="0">
                    <a:pos x="46" y="270"/>
                  </a:cxn>
                  <a:cxn ang="0">
                    <a:pos x="143" y="100"/>
                  </a:cxn>
                  <a:cxn ang="0">
                    <a:pos x="158" y="61"/>
                  </a:cxn>
                  <a:cxn ang="0">
                    <a:pos x="179" y="0"/>
                  </a:cxn>
                  <a:cxn ang="0">
                    <a:pos x="147" y="80"/>
                  </a:cxn>
                </a:cxnLst>
                <a:rect l="0" t="0" r="r" b="b"/>
                <a:pathLst>
                  <a:path w="179" h="336">
                    <a:moveTo>
                      <a:pt x="147" y="80"/>
                    </a:moveTo>
                    <a:cubicBezTo>
                      <a:pt x="118" y="143"/>
                      <a:pt x="87" y="191"/>
                      <a:pt x="73" y="214"/>
                    </a:cubicBezTo>
                    <a:cubicBezTo>
                      <a:pt x="23" y="292"/>
                      <a:pt x="20" y="296"/>
                      <a:pt x="20" y="296"/>
                    </a:cubicBezTo>
                    <a:cubicBezTo>
                      <a:pt x="17" y="300"/>
                      <a:pt x="15" y="304"/>
                      <a:pt x="13" y="307"/>
                    </a:cubicBezTo>
                    <a:cubicBezTo>
                      <a:pt x="12" y="308"/>
                      <a:pt x="12" y="309"/>
                      <a:pt x="12" y="309"/>
                    </a:cubicBezTo>
                    <a:cubicBezTo>
                      <a:pt x="7" y="316"/>
                      <a:pt x="3" y="323"/>
                      <a:pt x="0" y="329"/>
                    </a:cubicBezTo>
                    <a:cubicBezTo>
                      <a:pt x="0" y="331"/>
                      <a:pt x="0" y="336"/>
                      <a:pt x="5" y="329"/>
                    </a:cubicBezTo>
                    <a:cubicBezTo>
                      <a:pt x="12" y="321"/>
                      <a:pt x="11" y="323"/>
                      <a:pt x="11" y="323"/>
                    </a:cubicBezTo>
                    <a:cubicBezTo>
                      <a:pt x="11" y="323"/>
                      <a:pt x="9" y="326"/>
                      <a:pt x="6" y="331"/>
                    </a:cubicBezTo>
                    <a:cubicBezTo>
                      <a:pt x="9" y="327"/>
                      <a:pt x="12" y="323"/>
                      <a:pt x="15" y="319"/>
                    </a:cubicBezTo>
                    <a:cubicBezTo>
                      <a:pt x="16" y="317"/>
                      <a:pt x="17" y="316"/>
                      <a:pt x="18" y="314"/>
                    </a:cubicBezTo>
                    <a:cubicBezTo>
                      <a:pt x="34" y="289"/>
                      <a:pt x="46" y="270"/>
                      <a:pt x="46" y="270"/>
                    </a:cubicBezTo>
                    <a:cubicBezTo>
                      <a:pt x="95" y="204"/>
                      <a:pt x="125" y="144"/>
                      <a:pt x="143" y="100"/>
                    </a:cubicBezTo>
                    <a:cubicBezTo>
                      <a:pt x="151" y="81"/>
                      <a:pt x="158" y="61"/>
                      <a:pt x="158" y="61"/>
                    </a:cubicBezTo>
                    <a:cubicBezTo>
                      <a:pt x="167" y="37"/>
                      <a:pt x="174" y="16"/>
                      <a:pt x="179" y="0"/>
                    </a:cubicBezTo>
                    <a:cubicBezTo>
                      <a:pt x="173" y="19"/>
                      <a:pt x="162" y="47"/>
                      <a:pt x="147" y="80"/>
                    </a:cubicBezTo>
                    <a:close/>
                  </a:path>
                </a:pathLst>
              </a:custGeom>
              <a:solidFill>
                <a:srgbClr val="E9EDF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4" name="Freeform 42">
                <a:extLst>
                  <a:ext uri="{FF2B5EF4-FFF2-40B4-BE49-F238E27FC236}">
                    <a16:creationId xmlns:a16="http://schemas.microsoft.com/office/drawing/2014/main" id="{4D353BDC-E2FD-4E28-ACC9-88A625FAE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286" y="4928529"/>
                <a:ext cx="73184" cy="93953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19" y="8"/>
                  </a:cxn>
                  <a:cxn ang="0">
                    <a:pos x="14" y="15"/>
                  </a:cxn>
                  <a:cxn ang="0">
                    <a:pos x="0" y="40"/>
                  </a:cxn>
                  <a:cxn ang="0">
                    <a:pos x="25" y="10"/>
                  </a:cxn>
                  <a:cxn ang="0">
                    <a:pos x="30" y="2"/>
                  </a:cxn>
                  <a:cxn ang="0">
                    <a:pos x="24" y="8"/>
                  </a:cxn>
                </a:cxnLst>
                <a:rect l="0" t="0" r="r" b="b"/>
                <a:pathLst>
                  <a:path w="31" h="40">
                    <a:moveTo>
                      <a:pt x="24" y="8"/>
                    </a:moveTo>
                    <a:cubicBezTo>
                      <a:pt x="19" y="15"/>
                      <a:pt x="19" y="10"/>
                      <a:pt x="19" y="8"/>
                    </a:cubicBezTo>
                    <a:cubicBezTo>
                      <a:pt x="17" y="10"/>
                      <a:pt x="16" y="13"/>
                      <a:pt x="14" y="15"/>
                    </a:cubicBezTo>
                    <a:cubicBezTo>
                      <a:pt x="8" y="26"/>
                      <a:pt x="0" y="40"/>
                      <a:pt x="0" y="40"/>
                    </a:cubicBezTo>
                    <a:cubicBezTo>
                      <a:pt x="8" y="32"/>
                      <a:pt x="17" y="21"/>
                      <a:pt x="25" y="10"/>
                    </a:cubicBezTo>
                    <a:cubicBezTo>
                      <a:pt x="28" y="5"/>
                      <a:pt x="30" y="2"/>
                      <a:pt x="30" y="2"/>
                    </a:cubicBezTo>
                    <a:cubicBezTo>
                      <a:pt x="30" y="2"/>
                      <a:pt x="31" y="0"/>
                      <a:pt x="24" y="8"/>
                    </a:cubicBezTo>
                    <a:close/>
                  </a:path>
                </a:pathLst>
              </a:custGeom>
              <a:solidFill>
                <a:srgbClr val="ADB9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5" name="Rectangle 46">
                <a:extLst>
                  <a:ext uri="{FF2B5EF4-FFF2-40B4-BE49-F238E27FC236}">
                    <a16:creationId xmlns:a16="http://schemas.microsoft.com/office/drawing/2014/main" id="{B3C511E9-6398-4E73-ADFF-8432D4163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388" y="4464700"/>
                <a:ext cx="93953" cy="674480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6" name="Freeform 47">
                <a:extLst>
                  <a:ext uri="{FF2B5EF4-FFF2-40B4-BE49-F238E27FC236}">
                    <a16:creationId xmlns:a16="http://schemas.microsoft.com/office/drawing/2014/main" id="{C2548F0E-24A2-49F7-8FD4-451DF96962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6015" y="4464700"/>
                <a:ext cx="536023" cy="674480"/>
              </a:xfrm>
              <a:custGeom>
                <a:avLst/>
                <a:gdLst/>
                <a:ahLst/>
                <a:cxnLst>
                  <a:cxn ang="0">
                    <a:pos x="189" y="43"/>
                  </a:cxn>
                  <a:cxn ang="0">
                    <a:pos x="151" y="43"/>
                  </a:cxn>
                  <a:cxn ang="0">
                    <a:pos x="144" y="32"/>
                  </a:cxn>
                  <a:cxn ang="0">
                    <a:pos x="82" y="0"/>
                  </a:cxn>
                  <a:cxn ang="0">
                    <a:pos x="20" y="32"/>
                  </a:cxn>
                  <a:cxn ang="0">
                    <a:pos x="0" y="104"/>
                  </a:cxn>
                  <a:cxn ang="0">
                    <a:pos x="20" y="174"/>
                  </a:cxn>
                  <a:cxn ang="0">
                    <a:pos x="82" y="206"/>
                  </a:cxn>
                  <a:cxn ang="0">
                    <a:pos x="144" y="174"/>
                  </a:cxn>
                  <a:cxn ang="0">
                    <a:pos x="148" y="168"/>
                  </a:cxn>
                  <a:cxn ang="0">
                    <a:pos x="189" y="168"/>
                  </a:cxn>
                  <a:cxn ang="0">
                    <a:pos x="189" y="287"/>
                  </a:cxn>
                  <a:cxn ang="0">
                    <a:pos x="229" y="287"/>
                  </a:cxn>
                  <a:cxn ang="0">
                    <a:pos x="229" y="0"/>
                  </a:cxn>
                  <a:cxn ang="0">
                    <a:pos x="189" y="0"/>
                  </a:cxn>
                  <a:cxn ang="0">
                    <a:pos x="189" y="43"/>
                  </a:cxn>
                  <a:cxn ang="0">
                    <a:pos x="115" y="149"/>
                  </a:cxn>
                  <a:cxn ang="0">
                    <a:pos x="82" y="170"/>
                  </a:cxn>
                  <a:cxn ang="0">
                    <a:pos x="49" y="149"/>
                  </a:cxn>
                  <a:cxn ang="0">
                    <a:pos x="38" y="104"/>
                  </a:cxn>
                  <a:cxn ang="0">
                    <a:pos x="49" y="57"/>
                  </a:cxn>
                  <a:cxn ang="0">
                    <a:pos x="82" y="36"/>
                  </a:cxn>
                  <a:cxn ang="0">
                    <a:pos x="115" y="57"/>
                  </a:cxn>
                  <a:cxn ang="0">
                    <a:pos x="127" y="104"/>
                  </a:cxn>
                  <a:cxn ang="0">
                    <a:pos x="115" y="149"/>
                  </a:cxn>
                  <a:cxn ang="0">
                    <a:pos x="189" y="132"/>
                  </a:cxn>
                  <a:cxn ang="0">
                    <a:pos x="162" y="132"/>
                  </a:cxn>
                  <a:cxn ang="0">
                    <a:pos x="164" y="104"/>
                  </a:cxn>
                  <a:cxn ang="0">
                    <a:pos x="162" y="79"/>
                  </a:cxn>
                  <a:cxn ang="0">
                    <a:pos x="189" y="79"/>
                  </a:cxn>
                  <a:cxn ang="0">
                    <a:pos x="189" y="132"/>
                  </a:cxn>
                </a:cxnLst>
                <a:rect l="0" t="0" r="r" b="b"/>
                <a:pathLst>
                  <a:path w="229" h="287">
                    <a:moveTo>
                      <a:pt x="189" y="43"/>
                    </a:moveTo>
                    <a:cubicBezTo>
                      <a:pt x="151" y="43"/>
                      <a:pt x="151" y="43"/>
                      <a:pt x="151" y="43"/>
                    </a:cubicBezTo>
                    <a:cubicBezTo>
                      <a:pt x="149" y="39"/>
                      <a:pt x="146" y="35"/>
                      <a:pt x="144" y="32"/>
                    </a:cubicBezTo>
                    <a:cubicBezTo>
                      <a:pt x="129" y="11"/>
                      <a:pt x="108" y="0"/>
                      <a:pt x="82" y="0"/>
                    </a:cubicBezTo>
                    <a:cubicBezTo>
                      <a:pt x="56" y="0"/>
                      <a:pt x="35" y="11"/>
                      <a:pt x="20" y="32"/>
                    </a:cubicBezTo>
                    <a:cubicBezTo>
                      <a:pt x="7" y="51"/>
                      <a:pt x="0" y="75"/>
                      <a:pt x="0" y="104"/>
                    </a:cubicBezTo>
                    <a:cubicBezTo>
                      <a:pt x="0" y="132"/>
                      <a:pt x="7" y="155"/>
                      <a:pt x="20" y="174"/>
                    </a:cubicBezTo>
                    <a:cubicBezTo>
                      <a:pt x="35" y="196"/>
                      <a:pt x="56" y="206"/>
                      <a:pt x="82" y="206"/>
                    </a:cubicBezTo>
                    <a:cubicBezTo>
                      <a:pt x="108" y="206"/>
                      <a:pt x="129" y="196"/>
                      <a:pt x="144" y="174"/>
                    </a:cubicBezTo>
                    <a:cubicBezTo>
                      <a:pt x="145" y="172"/>
                      <a:pt x="147" y="170"/>
                      <a:pt x="148" y="168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287"/>
                      <a:pt x="189" y="287"/>
                      <a:pt x="189" y="287"/>
                    </a:cubicBezTo>
                    <a:cubicBezTo>
                      <a:pt x="229" y="287"/>
                      <a:pt x="229" y="287"/>
                      <a:pt x="229" y="287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89" y="0"/>
                      <a:pt x="189" y="0"/>
                      <a:pt x="189" y="0"/>
                    </a:cubicBezTo>
                    <a:lnTo>
                      <a:pt x="189" y="43"/>
                    </a:lnTo>
                    <a:close/>
                    <a:moveTo>
                      <a:pt x="115" y="149"/>
                    </a:moveTo>
                    <a:cubicBezTo>
                      <a:pt x="107" y="163"/>
                      <a:pt x="96" y="170"/>
                      <a:pt x="82" y="170"/>
                    </a:cubicBezTo>
                    <a:cubicBezTo>
                      <a:pt x="68" y="170"/>
                      <a:pt x="57" y="163"/>
                      <a:pt x="49" y="149"/>
                    </a:cubicBezTo>
                    <a:cubicBezTo>
                      <a:pt x="42" y="137"/>
                      <a:pt x="38" y="121"/>
                      <a:pt x="38" y="104"/>
                    </a:cubicBezTo>
                    <a:cubicBezTo>
                      <a:pt x="38" y="86"/>
                      <a:pt x="42" y="70"/>
                      <a:pt x="49" y="57"/>
                    </a:cubicBezTo>
                    <a:cubicBezTo>
                      <a:pt x="57" y="43"/>
                      <a:pt x="68" y="36"/>
                      <a:pt x="82" y="36"/>
                    </a:cubicBezTo>
                    <a:cubicBezTo>
                      <a:pt x="96" y="36"/>
                      <a:pt x="107" y="43"/>
                      <a:pt x="115" y="57"/>
                    </a:cubicBezTo>
                    <a:cubicBezTo>
                      <a:pt x="123" y="70"/>
                      <a:pt x="127" y="86"/>
                      <a:pt x="127" y="104"/>
                    </a:cubicBezTo>
                    <a:cubicBezTo>
                      <a:pt x="127" y="121"/>
                      <a:pt x="123" y="137"/>
                      <a:pt x="115" y="149"/>
                    </a:cubicBezTo>
                    <a:close/>
                    <a:moveTo>
                      <a:pt x="189" y="132"/>
                    </a:moveTo>
                    <a:cubicBezTo>
                      <a:pt x="162" y="132"/>
                      <a:pt x="162" y="132"/>
                      <a:pt x="162" y="132"/>
                    </a:cubicBezTo>
                    <a:cubicBezTo>
                      <a:pt x="163" y="123"/>
                      <a:pt x="164" y="114"/>
                      <a:pt x="164" y="104"/>
                    </a:cubicBezTo>
                    <a:cubicBezTo>
                      <a:pt x="164" y="95"/>
                      <a:pt x="164" y="87"/>
                      <a:pt x="162" y="79"/>
                    </a:cubicBezTo>
                    <a:cubicBezTo>
                      <a:pt x="189" y="79"/>
                      <a:pt x="189" y="79"/>
                      <a:pt x="189" y="79"/>
                    </a:cubicBezTo>
                    <a:lnTo>
                      <a:pt x="189" y="13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7" name="Oval 48">
                <a:extLst>
                  <a:ext uri="{FF2B5EF4-FFF2-40B4-BE49-F238E27FC236}">
                    <a16:creationId xmlns:a16="http://schemas.microsoft.com/office/drawing/2014/main" id="{C20CB7E4-B9F8-4ECB-823C-45C9615EC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468" y="5120390"/>
                <a:ext cx="638876" cy="32636"/>
              </a:xfrm>
              <a:prstGeom prst="ellipse">
                <a:avLst/>
              </a:prstGeom>
              <a:solidFill>
                <a:srgbClr val="C8CAC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8" name="Freeform 49">
                <a:extLst>
                  <a:ext uri="{FF2B5EF4-FFF2-40B4-BE49-F238E27FC236}">
                    <a16:creationId xmlns:a16="http://schemas.microsoft.com/office/drawing/2014/main" id="{42C8A125-7D52-40BD-9AE0-CDC36BF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471" y="3810000"/>
                <a:ext cx="1304456" cy="1307422"/>
              </a:xfrm>
              <a:custGeom>
                <a:avLst/>
                <a:gdLst/>
                <a:ahLst/>
                <a:cxnLst>
                  <a:cxn ang="0">
                    <a:pos x="549" y="317"/>
                  </a:cxn>
                  <a:cxn ang="0">
                    <a:pos x="540" y="355"/>
                  </a:cxn>
                  <a:cxn ang="0">
                    <a:pos x="241" y="548"/>
                  </a:cxn>
                  <a:cxn ang="0">
                    <a:pos x="202" y="540"/>
                  </a:cxn>
                  <a:cxn ang="0">
                    <a:pos x="9" y="240"/>
                  </a:cxn>
                  <a:cxn ang="0">
                    <a:pos x="17" y="202"/>
                  </a:cxn>
                  <a:cxn ang="0">
                    <a:pos x="317" y="9"/>
                  </a:cxn>
                  <a:cxn ang="0">
                    <a:pos x="356" y="17"/>
                  </a:cxn>
                  <a:cxn ang="0">
                    <a:pos x="549" y="317"/>
                  </a:cxn>
                </a:cxnLst>
                <a:rect l="0" t="0" r="r" b="b"/>
                <a:pathLst>
                  <a:path w="557" h="557">
                    <a:moveTo>
                      <a:pt x="549" y="317"/>
                    </a:moveTo>
                    <a:cubicBezTo>
                      <a:pt x="557" y="330"/>
                      <a:pt x="553" y="347"/>
                      <a:pt x="540" y="355"/>
                    </a:cubicBezTo>
                    <a:cubicBezTo>
                      <a:pt x="241" y="548"/>
                      <a:pt x="241" y="548"/>
                      <a:pt x="241" y="548"/>
                    </a:cubicBezTo>
                    <a:cubicBezTo>
                      <a:pt x="228" y="557"/>
                      <a:pt x="210" y="553"/>
                      <a:pt x="202" y="540"/>
                    </a:cubicBezTo>
                    <a:cubicBezTo>
                      <a:pt x="9" y="240"/>
                      <a:pt x="9" y="240"/>
                      <a:pt x="9" y="240"/>
                    </a:cubicBezTo>
                    <a:cubicBezTo>
                      <a:pt x="0" y="227"/>
                      <a:pt x="4" y="210"/>
                      <a:pt x="17" y="202"/>
                    </a:cubicBezTo>
                    <a:cubicBezTo>
                      <a:pt x="317" y="9"/>
                      <a:pt x="317" y="9"/>
                      <a:pt x="317" y="9"/>
                    </a:cubicBezTo>
                    <a:cubicBezTo>
                      <a:pt x="330" y="0"/>
                      <a:pt x="347" y="4"/>
                      <a:pt x="356" y="17"/>
                    </a:cubicBezTo>
                    <a:lnTo>
                      <a:pt x="549" y="317"/>
                    </a:lnTo>
                    <a:close/>
                  </a:path>
                </a:pathLst>
              </a:custGeom>
              <a:solidFill>
                <a:srgbClr val="BB283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9" name="Freeform 50">
                <a:extLst>
                  <a:ext uri="{FF2B5EF4-FFF2-40B4-BE49-F238E27FC236}">
                    <a16:creationId xmlns:a16="http://schemas.microsoft.com/office/drawing/2014/main" id="{DE8CDB89-A64E-4666-AF0E-47EA680124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9171" y="4464700"/>
                <a:ext cx="668546" cy="674480"/>
              </a:xfrm>
              <a:custGeom>
                <a:avLst/>
                <a:gdLst/>
                <a:ahLst/>
                <a:cxnLst>
                  <a:cxn ang="0">
                    <a:pos x="200" y="101"/>
                  </a:cxn>
                  <a:cxn ang="0">
                    <a:pos x="285" y="151"/>
                  </a:cxn>
                  <a:cxn ang="0">
                    <a:pos x="264" y="178"/>
                  </a:cxn>
                  <a:cxn ang="0">
                    <a:pos x="189" y="144"/>
                  </a:cxn>
                  <a:cxn ang="0">
                    <a:pos x="141" y="97"/>
                  </a:cxn>
                  <a:cxn ang="0">
                    <a:pos x="94" y="144"/>
                  </a:cxn>
                  <a:cxn ang="0">
                    <a:pos x="19" y="178"/>
                  </a:cxn>
                  <a:cxn ang="0">
                    <a:pos x="0" y="151"/>
                  </a:cxn>
                  <a:cxn ang="0">
                    <a:pos x="82" y="101"/>
                  </a:cxn>
                  <a:cxn ang="0">
                    <a:pos x="118" y="0"/>
                  </a:cxn>
                  <a:cxn ang="0">
                    <a:pos x="165" y="0"/>
                  </a:cxn>
                  <a:cxn ang="0">
                    <a:pos x="200" y="101"/>
                  </a:cxn>
                  <a:cxn ang="0">
                    <a:pos x="282" y="252"/>
                  </a:cxn>
                  <a:cxn ang="0">
                    <a:pos x="282" y="287"/>
                  </a:cxn>
                  <a:cxn ang="0">
                    <a:pos x="2" y="287"/>
                  </a:cxn>
                  <a:cxn ang="0">
                    <a:pos x="2" y="252"/>
                  </a:cxn>
                  <a:cxn ang="0">
                    <a:pos x="282" y="252"/>
                  </a:cxn>
                </a:cxnLst>
                <a:rect l="0" t="0" r="r" b="b"/>
                <a:pathLst>
                  <a:path w="285" h="287">
                    <a:moveTo>
                      <a:pt x="200" y="101"/>
                    </a:moveTo>
                    <a:cubicBezTo>
                      <a:pt x="220" y="122"/>
                      <a:pt x="248" y="139"/>
                      <a:pt x="285" y="151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33" y="168"/>
                      <a:pt x="209" y="157"/>
                      <a:pt x="189" y="144"/>
                    </a:cubicBezTo>
                    <a:cubicBezTo>
                      <a:pt x="169" y="130"/>
                      <a:pt x="153" y="115"/>
                      <a:pt x="141" y="97"/>
                    </a:cubicBezTo>
                    <a:cubicBezTo>
                      <a:pt x="130" y="115"/>
                      <a:pt x="114" y="130"/>
                      <a:pt x="94" y="144"/>
                    </a:cubicBezTo>
                    <a:cubicBezTo>
                      <a:pt x="74" y="157"/>
                      <a:pt x="49" y="168"/>
                      <a:pt x="19" y="178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5" y="139"/>
                      <a:pt x="62" y="122"/>
                      <a:pt x="82" y="101"/>
                    </a:cubicBezTo>
                    <a:cubicBezTo>
                      <a:pt x="106" y="75"/>
                      <a:pt x="118" y="41"/>
                      <a:pt x="118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65" y="42"/>
                      <a:pt x="177" y="76"/>
                      <a:pt x="200" y="101"/>
                    </a:cubicBezTo>
                    <a:close/>
                    <a:moveTo>
                      <a:pt x="282" y="252"/>
                    </a:moveTo>
                    <a:cubicBezTo>
                      <a:pt x="282" y="287"/>
                      <a:pt x="282" y="287"/>
                      <a:pt x="282" y="287"/>
                    </a:cubicBezTo>
                    <a:cubicBezTo>
                      <a:pt x="2" y="287"/>
                      <a:pt x="2" y="287"/>
                      <a:pt x="2" y="287"/>
                    </a:cubicBezTo>
                    <a:cubicBezTo>
                      <a:pt x="2" y="252"/>
                      <a:pt x="2" y="252"/>
                      <a:pt x="2" y="252"/>
                    </a:cubicBezTo>
                    <a:lnTo>
                      <a:pt x="282" y="25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60" name="Freeform 51">
                <a:extLst>
                  <a:ext uri="{FF2B5EF4-FFF2-40B4-BE49-F238E27FC236}">
                    <a16:creationId xmlns:a16="http://schemas.microsoft.com/office/drawing/2014/main" id="{4BBE726F-EC91-41C6-89FC-6E2F3372AA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8596" y="3967247"/>
                <a:ext cx="963260" cy="970183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57" y="31"/>
                  </a:cxn>
                  <a:cxn ang="0">
                    <a:pos x="223" y="53"/>
                  </a:cxn>
                  <a:cxn ang="0">
                    <a:pos x="249" y="94"/>
                  </a:cxn>
                  <a:cxn ang="0">
                    <a:pos x="283" y="72"/>
                  </a:cxn>
                  <a:cxn ang="0">
                    <a:pos x="303" y="104"/>
                  </a:cxn>
                  <a:cxn ang="0">
                    <a:pos x="210" y="164"/>
                  </a:cxn>
                  <a:cxn ang="0">
                    <a:pos x="224" y="187"/>
                  </a:cxn>
                  <a:cxn ang="0">
                    <a:pos x="328" y="119"/>
                  </a:cxn>
                  <a:cxn ang="0">
                    <a:pos x="349" y="151"/>
                  </a:cxn>
                  <a:cxn ang="0">
                    <a:pos x="92" y="318"/>
                  </a:cxn>
                  <a:cxn ang="0">
                    <a:pos x="71" y="286"/>
                  </a:cxn>
                  <a:cxn ang="0">
                    <a:pos x="181" y="215"/>
                  </a:cxn>
                  <a:cxn ang="0">
                    <a:pos x="166" y="193"/>
                  </a:cxn>
                  <a:cxn ang="0">
                    <a:pos x="67" y="257"/>
                  </a:cxn>
                  <a:cxn ang="0">
                    <a:pos x="47" y="225"/>
                  </a:cxn>
                  <a:cxn ang="0">
                    <a:pos x="81" y="203"/>
                  </a:cxn>
                  <a:cxn ang="0">
                    <a:pos x="55" y="163"/>
                  </a:cxn>
                  <a:cxn ang="0">
                    <a:pos x="21" y="185"/>
                  </a:cxn>
                  <a:cxn ang="0">
                    <a:pos x="0" y="153"/>
                  </a:cxn>
                  <a:cxn ang="0">
                    <a:pos x="236" y="0"/>
                  </a:cxn>
                  <a:cxn ang="0">
                    <a:pos x="99" y="134"/>
                  </a:cxn>
                  <a:cxn ang="0">
                    <a:pos x="125" y="175"/>
                  </a:cxn>
                  <a:cxn ang="0">
                    <a:pos x="205" y="122"/>
                  </a:cxn>
                  <a:cxn ang="0">
                    <a:pos x="179" y="82"/>
                  </a:cxn>
                  <a:cxn ang="0">
                    <a:pos x="99" y="134"/>
                  </a:cxn>
                  <a:cxn ang="0">
                    <a:pos x="348" y="182"/>
                  </a:cxn>
                  <a:cxn ang="0">
                    <a:pos x="411" y="278"/>
                  </a:cxn>
                  <a:cxn ang="0">
                    <a:pos x="219" y="403"/>
                  </a:cxn>
                  <a:cxn ang="0">
                    <a:pos x="186" y="412"/>
                  </a:cxn>
                  <a:cxn ang="0">
                    <a:pos x="162" y="394"/>
                  </a:cxn>
                  <a:cxn ang="0">
                    <a:pos x="120" y="329"/>
                  </a:cxn>
                  <a:cxn ang="0">
                    <a:pos x="348" y="182"/>
                  </a:cxn>
                  <a:cxn ang="0">
                    <a:pos x="185" y="333"/>
                  </a:cxn>
                  <a:cxn ang="0">
                    <a:pos x="206" y="365"/>
                  </a:cxn>
                  <a:cxn ang="0">
                    <a:pos x="346" y="275"/>
                  </a:cxn>
                  <a:cxn ang="0">
                    <a:pos x="325" y="243"/>
                  </a:cxn>
                  <a:cxn ang="0">
                    <a:pos x="185" y="333"/>
                  </a:cxn>
                </a:cxnLst>
                <a:rect l="0" t="0" r="r" b="b"/>
                <a:pathLst>
                  <a:path w="411" h="413">
                    <a:moveTo>
                      <a:pt x="236" y="0"/>
                    </a:moveTo>
                    <a:cubicBezTo>
                      <a:pt x="257" y="31"/>
                      <a:pt x="257" y="31"/>
                      <a:pt x="257" y="31"/>
                    </a:cubicBezTo>
                    <a:cubicBezTo>
                      <a:pt x="223" y="53"/>
                      <a:pt x="223" y="53"/>
                      <a:pt x="223" y="53"/>
                    </a:cubicBezTo>
                    <a:cubicBezTo>
                      <a:pt x="249" y="94"/>
                      <a:pt x="249" y="94"/>
                      <a:pt x="249" y="94"/>
                    </a:cubicBezTo>
                    <a:cubicBezTo>
                      <a:pt x="283" y="72"/>
                      <a:pt x="283" y="72"/>
                      <a:pt x="283" y="72"/>
                    </a:cubicBezTo>
                    <a:cubicBezTo>
                      <a:pt x="303" y="104"/>
                      <a:pt x="303" y="104"/>
                      <a:pt x="303" y="104"/>
                    </a:cubicBezTo>
                    <a:cubicBezTo>
                      <a:pt x="210" y="164"/>
                      <a:pt x="210" y="164"/>
                      <a:pt x="210" y="164"/>
                    </a:cubicBezTo>
                    <a:cubicBezTo>
                      <a:pt x="224" y="187"/>
                      <a:pt x="224" y="187"/>
                      <a:pt x="224" y="187"/>
                    </a:cubicBezTo>
                    <a:cubicBezTo>
                      <a:pt x="328" y="119"/>
                      <a:pt x="328" y="119"/>
                      <a:pt x="328" y="119"/>
                    </a:cubicBezTo>
                    <a:cubicBezTo>
                      <a:pt x="349" y="151"/>
                      <a:pt x="349" y="151"/>
                      <a:pt x="349" y="151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71" y="286"/>
                      <a:pt x="71" y="286"/>
                      <a:pt x="71" y="286"/>
                    </a:cubicBezTo>
                    <a:cubicBezTo>
                      <a:pt x="181" y="215"/>
                      <a:pt x="181" y="215"/>
                      <a:pt x="181" y="215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67" y="257"/>
                      <a:pt x="67" y="257"/>
                      <a:pt x="67" y="257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81" y="203"/>
                      <a:pt x="81" y="203"/>
                      <a:pt x="81" y="203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21" y="185"/>
                      <a:pt x="21" y="185"/>
                      <a:pt x="21" y="185"/>
                    </a:cubicBezTo>
                    <a:cubicBezTo>
                      <a:pt x="0" y="153"/>
                      <a:pt x="0" y="153"/>
                      <a:pt x="0" y="153"/>
                    </a:cubicBezTo>
                    <a:lnTo>
                      <a:pt x="236" y="0"/>
                    </a:lnTo>
                    <a:close/>
                    <a:moveTo>
                      <a:pt x="99" y="134"/>
                    </a:moveTo>
                    <a:cubicBezTo>
                      <a:pt x="125" y="175"/>
                      <a:pt x="125" y="175"/>
                      <a:pt x="125" y="175"/>
                    </a:cubicBezTo>
                    <a:cubicBezTo>
                      <a:pt x="205" y="122"/>
                      <a:pt x="205" y="122"/>
                      <a:pt x="205" y="122"/>
                    </a:cubicBezTo>
                    <a:cubicBezTo>
                      <a:pt x="179" y="82"/>
                      <a:pt x="179" y="82"/>
                      <a:pt x="179" y="82"/>
                    </a:cubicBezTo>
                    <a:lnTo>
                      <a:pt x="99" y="134"/>
                    </a:lnTo>
                    <a:close/>
                    <a:moveTo>
                      <a:pt x="348" y="182"/>
                    </a:moveTo>
                    <a:cubicBezTo>
                      <a:pt x="411" y="278"/>
                      <a:pt x="411" y="278"/>
                      <a:pt x="411" y="278"/>
                    </a:cubicBezTo>
                    <a:cubicBezTo>
                      <a:pt x="219" y="403"/>
                      <a:pt x="219" y="403"/>
                      <a:pt x="219" y="403"/>
                    </a:cubicBezTo>
                    <a:cubicBezTo>
                      <a:pt x="207" y="411"/>
                      <a:pt x="196" y="413"/>
                      <a:pt x="186" y="412"/>
                    </a:cubicBezTo>
                    <a:cubicBezTo>
                      <a:pt x="177" y="410"/>
                      <a:pt x="169" y="404"/>
                      <a:pt x="162" y="394"/>
                    </a:cubicBezTo>
                    <a:cubicBezTo>
                      <a:pt x="120" y="329"/>
                      <a:pt x="120" y="329"/>
                      <a:pt x="120" y="329"/>
                    </a:cubicBezTo>
                    <a:lnTo>
                      <a:pt x="348" y="182"/>
                    </a:lnTo>
                    <a:close/>
                    <a:moveTo>
                      <a:pt x="185" y="333"/>
                    </a:moveTo>
                    <a:cubicBezTo>
                      <a:pt x="206" y="365"/>
                      <a:pt x="206" y="365"/>
                      <a:pt x="206" y="365"/>
                    </a:cubicBezTo>
                    <a:cubicBezTo>
                      <a:pt x="346" y="275"/>
                      <a:pt x="346" y="275"/>
                      <a:pt x="346" y="275"/>
                    </a:cubicBezTo>
                    <a:cubicBezTo>
                      <a:pt x="325" y="243"/>
                      <a:pt x="325" y="243"/>
                      <a:pt x="325" y="243"/>
                    </a:cubicBezTo>
                    <a:lnTo>
                      <a:pt x="185" y="3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49" name="직사각형 848">
              <a:hlinkClick r:id="rId3"/>
              <a:extLst>
                <a:ext uri="{FF2B5EF4-FFF2-40B4-BE49-F238E27FC236}">
                  <a16:creationId xmlns:a16="http://schemas.microsoft.com/office/drawing/2014/main" id="{1B7353D2-AEB6-421B-BFA2-E9EE195A0231}"/>
                </a:ext>
              </a:extLst>
            </p:cNvPr>
            <p:cNvSpPr/>
            <p:nvPr/>
          </p:nvSpPr>
          <p:spPr>
            <a:xfrm>
              <a:off x="5712822" y="6200502"/>
              <a:ext cx="766355" cy="34834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15F7B7-87E3-4D35-8128-EFC809EB6FF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25" name="그림 24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558AEA-2206-4E3E-BC24-5339221C1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17D8961-9669-402B-BA6C-7F8569A118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352" y="1981074"/>
            <a:ext cx="3871296" cy="2895851"/>
          </a:xfrm>
          <a:prstGeom prst="rect">
            <a:avLst/>
          </a:prstGeom>
        </p:spPr>
      </p:pic>
      <p:pic>
        <p:nvPicPr>
          <p:cNvPr id="35" name="Google Shape;13;p12">
            <a:extLst>
              <a:ext uri="{FF2B5EF4-FFF2-40B4-BE49-F238E27FC236}">
                <a16:creationId xmlns:a16="http://schemas.microsoft.com/office/drawing/2014/main" id="{3E9FFDFD-8EE8-45A9-B9D9-7085CC4696F2}"/>
              </a:ext>
            </a:extLst>
          </p:cNvPr>
          <p:cNvPicPr preferRelativeResize="0"/>
          <p:nvPr userDrawn="1"/>
        </p:nvPicPr>
        <p:blipFill rotWithShape="1">
          <a:blip r:embed="rId6"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4366133"/>
            <a:ext cx="9900000" cy="1723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48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2" r:id="rId2"/>
    <p:sldLayoutId id="2147483817" r:id="rId3"/>
    <p:sldLayoutId id="2147483814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1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1400" b="1" kern="1200" dirty="0">
          <a:solidFill>
            <a:srgbClr val="33333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ko-KR" altLang="en-US" sz="1100" b="1" kern="1200" smtClean="0">
          <a:solidFill>
            <a:srgbClr val="655DA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x-none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45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1400" b="1" kern="1200" dirty="0">
          <a:solidFill>
            <a:srgbClr val="33333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ko-KR" altLang="en-US" sz="1100" b="1" kern="1200" smtClean="0">
          <a:solidFill>
            <a:srgbClr val="655DA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x-none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1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941033" y="1198485"/>
            <a:ext cx="8140823" cy="798991"/>
          </a:xfrm>
          <a:prstGeom prst="rect">
            <a:avLst/>
          </a:prstGeom>
          <a:solidFill>
            <a:srgbClr val="031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956264" y="1848034"/>
            <a:ext cx="3993472" cy="798991"/>
          </a:xfrm>
          <a:prstGeom prst="rect">
            <a:avLst/>
          </a:prstGeom>
          <a:solidFill>
            <a:srgbClr val="031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47F1FD4-473A-4466-B1CF-055D17EC6B6D}"/>
              </a:ext>
            </a:extLst>
          </p:cNvPr>
          <p:cNvSpPr txBox="1">
            <a:spLocks/>
          </p:cNvSpPr>
          <p:nvPr/>
        </p:nvSpPr>
        <p:spPr>
          <a:xfrm>
            <a:off x="739775" y="1072479"/>
            <a:ext cx="7642123" cy="1849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229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  <a:defRPr/>
            </a:pPr>
            <a:r>
              <a:rPr lang="en-US" altLang="ko-KR" sz="2000" b="1" spc="-138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/>
              </a:rPr>
              <a:t> </a:t>
            </a:r>
            <a:r>
              <a:rPr lang="ko-KR" altLang="en-US" sz="4000" b="1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고객 내부망 환경에서도</a:t>
            </a:r>
            <a:endParaRPr lang="en-US" altLang="ko-KR" sz="4000" b="1" spc="-138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algn="l">
              <a:lnSpc>
                <a:spcPct val="110000"/>
              </a:lnSpc>
              <a:defRPr/>
            </a:pPr>
            <a:r>
              <a:rPr lang="ko-KR" altLang="en-US" sz="4000" b="1" spc="-138">
                <a:solidFill>
                  <a:srgbClr val="FCCE1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챗봇</a:t>
            </a:r>
            <a:r>
              <a:rPr lang="ko-KR" altLang="en-US" sz="4000" b="1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기능을 제공할 수 있는 방안</a:t>
            </a:r>
            <a:endParaRPr lang="en-US" altLang="ko-KR" sz="4000" b="1" spc="-138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-</a:t>
            </a:r>
            <a:r>
              <a:rPr lang="ko-KR" altLang="en-US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공통 챗봇 플랫폼 및 </a:t>
            </a: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Intent Pack </a:t>
            </a:r>
            <a:r>
              <a:rPr lang="ko-KR" altLang="en-US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모델</a:t>
            </a: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-</a:t>
            </a:r>
            <a:endParaRPr lang="en-US" altLang="ko-KR" sz="2800" b="1" spc="-138" dirty="0">
              <a:solidFill>
                <a:schemeClr val="bg1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131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54902-88A0-4771-FB89-3B8C536B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E5768D67-BBC8-23CC-68E4-904FAED61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4B8D4783-C52E-39CD-7988-480A67BB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보고 목적</a:t>
            </a:r>
            <a:endParaRPr lang="ko-KR" altLang="en-US" dirty="0"/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6C1224A5-300B-0BCE-2535-12D08BF1653E}"/>
              </a:ext>
            </a:extLst>
          </p:cNvPr>
          <p:cNvSpPr txBox="1">
            <a:spLocks/>
          </p:cNvSpPr>
          <p:nvPr/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lang="ko-KR" altLang="en-US" sz="1400" b="0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x-none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고객 내부망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폐쇄망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) 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환경에서도 자연어 기반의 업무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UX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를 제공하기 위한 공통 챗봇 플랫폼 구축 방향과 자사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(LLM 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접속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에서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Intent Pack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을 생성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공급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관리하는 운영 모델을 제안합니다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endParaRPr kumimoji="0" lang="en-US" altLang="ko-KR" sz="1400" b="0" i="0" u="none" strike="noStrike" kern="1200" cap="none" spc="-10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DC8DDA0-FB94-89DE-A691-A4A30C801DB3}"/>
              </a:ext>
            </a:extLst>
          </p:cNvPr>
          <p:cNvSpPr/>
          <p:nvPr/>
        </p:nvSpPr>
        <p:spPr>
          <a:xfrm>
            <a:off x="381000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FE516F4F-2050-55D3-8878-DD9BD0956D8F}"/>
              </a:ext>
            </a:extLst>
          </p:cNvPr>
          <p:cNvSpPr txBox="1"/>
          <p:nvPr/>
        </p:nvSpPr>
        <p:spPr>
          <a:xfrm>
            <a:off x="381000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공통 엔진 개발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래픽 25" descr="단일 톱니바퀴 단색으로 채워진">
            <a:extLst>
              <a:ext uri="{FF2B5EF4-FFF2-40B4-BE49-F238E27FC236}">
                <a16:creationId xmlns:a16="http://schemas.microsoft.com/office/drawing/2014/main" id="{5DBDDC04-1F49-5260-BD09-5573E95B2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872" y="2588848"/>
            <a:ext cx="914400" cy="914400"/>
          </a:xfrm>
          <a:prstGeom prst="rect">
            <a:avLst/>
          </a:prstGeom>
        </p:spPr>
      </p:pic>
      <p:sp>
        <p:nvSpPr>
          <p:cNvPr id="27" name="Text 62">
            <a:extLst>
              <a:ext uri="{FF2B5EF4-FFF2-40B4-BE49-F238E27FC236}">
                <a16:creationId xmlns:a16="http://schemas.microsoft.com/office/drawing/2014/main" id="{68165197-8EC7-B48C-EF10-D582A40071EA}"/>
              </a:ext>
            </a:extLst>
          </p:cNvPr>
          <p:cNvSpPr txBox="1"/>
          <p:nvPr/>
        </p:nvSpPr>
        <p:spPr>
          <a:xfrm>
            <a:off x="656562" y="3902231"/>
            <a:ext cx="1791310" cy="44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공통 챗봇 엔진</a:t>
            </a:r>
            <a:endParaRPr lang="en-US" altLang="ko-KR" sz="1200" b="1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경량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NLU/Action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12B69CF-027B-15CF-E640-EA08927FBC2B}"/>
              </a:ext>
            </a:extLst>
          </p:cNvPr>
          <p:cNvSpPr/>
          <p:nvPr/>
        </p:nvSpPr>
        <p:spPr>
          <a:xfrm>
            <a:off x="3733800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809B7223-101D-1E6E-3FD2-44D03C3EEEA6}"/>
              </a:ext>
            </a:extLst>
          </p:cNvPr>
          <p:cNvSpPr txBox="1"/>
          <p:nvPr/>
        </p:nvSpPr>
        <p:spPr>
          <a:xfrm>
            <a:off x="3733800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재작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62">
            <a:extLst>
              <a:ext uri="{FF2B5EF4-FFF2-40B4-BE49-F238E27FC236}">
                <a16:creationId xmlns:a16="http://schemas.microsoft.com/office/drawing/2014/main" id="{065638C9-914F-CE15-E906-01DA42F38A5F}"/>
              </a:ext>
            </a:extLst>
          </p:cNvPr>
          <p:cNvSpPr txBox="1"/>
          <p:nvPr/>
        </p:nvSpPr>
        <p:spPr>
          <a:xfrm>
            <a:off x="4009362" y="4032840"/>
            <a:ext cx="179131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Factory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lang="en-US" altLang="ko-KR" sz="1200" b="1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Pack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35367DE8-3000-6032-55AE-E6D4ECE66A22}"/>
              </a:ext>
            </a:extLst>
          </p:cNvPr>
          <p:cNvSpPr/>
          <p:nvPr/>
        </p:nvSpPr>
        <p:spPr>
          <a:xfrm>
            <a:off x="6845929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7790CD36-DF71-C673-96DA-6DACB68EC628}"/>
              </a:ext>
            </a:extLst>
          </p:cNvPr>
          <p:cNvSpPr txBox="1"/>
          <p:nvPr/>
        </p:nvSpPr>
        <p:spPr>
          <a:xfrm>
            <a:off x="6845929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고객망 챗봇 사용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 62">
            <a:extLst>
              <a:ext uri="{FF2B5EF4-FFF2-40B4-BE49-F238E27FC236}">
                <a16:creationId xmlns:a16="http://schemas.microsoft.com/office/drawing/2014/main" id="{52BF1159-3F2D-C0A8-9DBA-D25BCCEAD887}"/>
              </a:ext>
            </a:extLst>
          </p:cNvPr>
          <p:cNvSpPr txBox="1"/>
          <p:nvPr/>
        </p:nvSpPr>
        <p:spPr>
          <a:xfrm>
            <a:off x="7031926" y="3902231"/>
            <a:ext cx="1970441" cy="44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고객 내부망에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Import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하여 챗봇 운영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0" name="그래픽 79" descr="블록체인 단색으로 채워진">
            <a:extLst>
              <a:ext uri="{FF2B5EF4-FFF2-40B4-BE49-F238E27FC236}">
                <a16:creationId xmlns:a16="http://schemas.microsoft.com/office/drawing/2014/main" id="{68E8520F-ADF5-387C-6812-954BDF499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626" y="2624017"/>
            <a:ext cx="914400" cy="914400"/>
          </a:xfrm>
          <a:prstGeom prst="rect">
            <a:avLst/>
          </a:prstGeom>
        </p:spPr>
      </p:pic>
      <p:pic>
        <p:nvPicPr>
          <p:cNvPr id="82" name="그래픽 81" descr="자막 단색으로 채워진">
            <a:extLst>
              <a:ext uri="{FF2B5EF4-FFF2-40B4-BE49-F238E27FC236}">
                <a16:creationId xmlns:a16="http://schemas.microsoft.com/office/drawing/2014/main" id="{23FBCE6D-A5B3-5EBA-E826-B77F2BF71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6751" y="2474102"/>
            <a:ext cx="486679" cy="486679"/>
          </a:xfrm>
          <a:prstGeom prst="rect">
            <a:avLst/>
          </a:prstGeom>
        </p:spPr>
      </p:pic>
      <p:pic>
        <p:nvPicPr>
          <p:cNvPr id="84" name="그래픽 83" descr="서버 단색으로 채워진">
            <a:extLst>
              <a:ext uri="{FF2B5EF4-FFF2-40B4-BE49-F238E27FC236}">
                <a16:creationId xmlns:a16="http://schemas.microsoft.com/office/drawing/2014/main" id="{D74F8D13-BC4B-945F-37C9-C7D69F463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8681" y="2796762"/>
            <a:ext cx="687003" cy="687003"/>
          </a:xfrm>
          <a:prstGeom prst="rect">
            <a:avLst/>
          </a:prstGeom>
        </p:spPr>
      </p:pic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ACA7BA89-D4EE-27DB-F60A-F93C1245E58F}"/>
              </a:ext>
            </a:extLst>
          </p:cNvPr>
          <p:cNvSpPr/>
          <p:nvPr/>
        </p:nvSpPr>
        <p:spPr>
          <a:xfrm>
            <a:off x="404630" y="5298830"/>
            <a:ext cx="9336270" cy="762000"/>
          </a:xfrm>
          <a:prstGeom prst="roundRect">
            <a:avLst/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공통 엔진과 프로젝트별 </a:t>
            </a:r>
            <a:r>
              <a:rPr lang="en-US" altLang="ko-KR">
                <a:solidFill>
                  <a:schemeClr val="bg1"/>
                </a:solidFill>
              </a:rPr>
              <a:t>Intent Pack</a:t>
            </a:r>
            <a:r>
              <a:rPr lang="ko-KR" altLang="en-US">
                <a:solidFill>
                  <a:schemeClr val="bg1"/>
                </a:solidFill>
              </a:rPr>
              <a:t>을 분리하여 재사용 가능한 챗봇 개발 체계를 확보합니다</a:t>
            </a:r>
            <a:r>
              <a:rPr lang="en-US" altLang="ko-KR">
                <a:solidFill>
                  <a:schemeClr val="bg1"/>
                </a:solidFill>
              </a:rPr>
              <a:t>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D09E7-357D-4230-1DA4-E59A58743ACA}"/>
              </a:ext>
            </a:extLst>
          </p:cNvPr>
          <p:cNvSpPr txBox="1"/>
          <p:nvPr/>
        </p:nvSpPr>
        <p:spPr>
          <a:xfrm>
            <a:off x="309761" y="6208697"/>
            <a:ext cx="76725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>
                <a:latin typeface="+mn-ea"/>
              </a:rPr>
              <a:t>* Natural language understanding(NLU)</a:t>
            </a:r>
            <a:r>
              <a:rPr lang="ko-KR" altLang="en-US" sz="700">
                <a:latin typeface="+mn-ea"/>
              </a:rPr>
              <a:t>은 의미론적 및 구문적 분석을 사용하여 컴퓨터가 인간의 언어 입력을 이해할 수 있도록 하는 인공 지능</a:t>
            </a:r>
            <a:r>
              <a:rPr lang="en-US" altLang="ko-KR" sz="700">
                <a:latin typeface="+mn-ea"/>
              </a:rPr>
              <a:t>(AI)</a:t>
            </a:r>
            <a:r>
              <a:rPr lang="ko-KR" altLang="en-US" sz="700">
                <a:latin typeface="+mn-ea"/>
              </a:rPr>
              <a:t>의 하위 집합입니다</a:t>
            </a:r>
            <a:r>
              <a:rPr lang="en-US" altLang="ko-KR" sz="700">
                <a:latin typeface="+mn-ea"/>
              </a:rPr>
              <a:t>.</a:t>
            </a:r>
            <a:endParaRPr lang="ko-KR" altLang="en-US" sz="7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25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2725-96EA-567E-9DD4-C6D2D1F6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E4EADC1F-73BB-2D3B-20AD-0FD897181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1C2D98FE-0338-7FA2-F1CB-B14D772D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배경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371976-2FF7-6587-FA15-F82C829C7DC9}"/>
              </a:ext>
            </a:extLst>
          </p:cNvPr>
          <p:cNvGrpSpPr/>
          <p:nvPr/>
        </p:nvGrpSpPr>
        <p:grpSpPr>
          <a:xfrm>
            <a:off x="556677" y="1220570"/>
            <a:ext cx="8677049" cy="516155"/>
            <a:chOff x="556677" y="1220570"/>
            <a:chExt cx="8677049" cy="516155"/>
          </a:xfrm>
        </p:grpSpPr>
        <p:pic>
          <p:nvPicPr>
            <p:cNvPr id="3" name="그래픽 2" descr="배지 체크 표시1 단색으로 채워진">
              <a:extLst>
                <a:ext uri="{FF2B5EF4-FFF2-40B4-BE49-F238E27FC236}">
                  <a16:creationId xmlns:a16="http://schemas.microsoft.com/office/drawing/2014/main" id="{FE3033FB-2D93-CDB4-F584-BE2FE7E901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C2831D-D1AC-8301-3683-59AA2B205E6D}"/>
                </a:ext>
              </a:extLst>
            </p:cNvPr>
            <p:cNvSpPr txBox="1"/>
            <p:nvPr/>
          </p:nvSpPr>
          <p:spPr>
            <a:xfrm>
              <a:off x="1125416" y="1293981"/>
              <a:ext cx="8108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고객은 내부망</a:t>
              </a:r>
              <a:r>
                <a:rPr lang="en-US" altLang="ko-KR"/>
                <a:t>/</a:t>
              </a:r>
              <a:r>
                <a:rPr lang="ko-KR" altLang="en-US"/>
                <a:t>폐쇄망 환경 운영 비중이 높아 외부 </a:t>
              </a:r>
              <a:r>
                <a:rPr lang="en-US" altLang="ko-KR"/>
                <a:t>LLM/API </a:t>
              </a:r>
              <a:r>
                <a:rPr lang="ko-KR" altLang="en-US"/>
                <a:t>사용이 어렵습니다</a:t>
              </a:r>
              <a:r>
                <a:rPr lang="en-US" altLang="ko-KR"/>
                <a:t>. </a:t>
              </a:r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D86121C-0300-48F4-81E1-3FAA6210A24D}"/>
              </a:ext>
            </a:extLst>
          </p:cNvPr>
          <p:cNvGrpSpPr/>
          <p:nvPr/>
        </p:nvGrpSpPr>
        <p:grpSpPr>
          <a:xfrm>
            <a:off x="556677" y="1869332"/>
            <a:ext cx="6769475" cy="516155"/>
            <a:chOff x="556677" y="1220570"/>
            <a:chExt cx="6769475" cy="516155"/>
          </a:xfrm>
        </p:grpSpPr>
        <p:pic>
          <p:nvPicPr>
            <p:cNvPr id="7" name="그래픽 6" descr="배지 체크 표시1 단색으로 채워진">
              <a:extLst>
                <a:ext uri="{FF2B5EF4-FFF2-40B4-BE49-F238E27FC236}">
                  <a16:creationId xmlns:a16="http://schemas.microsoft.com/office/drawing/2014/main" id="{63D973B2-EACD-657B-E23E-510C4D0A4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331B7-4D26-E587-B69B-44FF7199BFC7}"/>
                </a:ext>
              </a:extLst>
            </p:cNvPr>
            <p:cNvSpPr txBox="1"/>
            <p:nvPr/>
          </p:nvSpPr>
          <p:spPr>
            <a:xfrm>
              <a:off x="1125416" y="1293981"/>
              <a:ext cx="6200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고객 데이터 외부 반출은 보안 이슈 및 승인 리스크가 큽니다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F394F0-EFEB-F8FE-A3C1-AB2714687DD6}"/>
              </a:ext>
            </a:extLst>
          </p:cNvPr>
          <p:cNvGrpSpPr/>
          <p:nvPr/>
        </p:nvGrpSpPr>
        <p:grpSpPr>
          <a:xfrm>
            <a:off x="556677" y="2518094"/>
            <a:ext cx="7261790" cy="516155"/>
            <a:chOff x="556677" y="1220570"/>
            <a:chExt cx="7261790" cy="516155"/>
          </a:xfrm>
        </p:grpSpPr>
        <p:pic>
          <p:nvPicPr>
            <p:cNvPr id="10" name="그래픽 9" descr="배지 체크 표시1 단색으로 채워진">
              <a:extLst>
                <a:ext uri="{FF2B5EF4-FFF2-40B4-BE49-F238E27FC236}">
                  <a16:creationId xmlns:a16="http://schemas.microsoft.com/office/drawing/2014/main" id="{E358E3C7-C377-E6CC-51CC-4F2367CA33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CB44B2-C449-13B2-8BF5-CAD7296B505F}"/>
                </a:ext>
              </a:extLst>
            </p:cNvPr>
            <p:cNvSpPr txBox="1"/>
            <p:nvPr/>
          </p:nvSpPr>
          <p:spPr>
            <a:xfrm>
              <a:off x="1125416" y="1293981"/>
              <a:ext cx="6693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On-premise LLM </a:t>
              </a:r>
              <a:r>
                <a:rPr lang="ko-KR" altLang="en-US"/>
                <a:t>구축</a:t>
              </a:r>
              <a:r>
                <a:rPr lang="en-US" altLang="ko-KR"/>
                <a:t>/</a:t>
              </a:r>
              <a:r>
                <a:rPr lang="ko-KR" altLang="en-US"/>
                <a:t>운영은 인프라</a:t>
              </a:r>
              <a:r>
                <a:rPr lang="en-US" altLang="ko-KR"/>
                <a:t>, </a:t>
              </a:r>
              <a:r>
                <a:rPr lang="ko-KR" altLang="en-US"/>
                <a:t>비용 </a:t>
              </a:r>
              <a:r>
                <a:rPr lang="en-US" altLang="ko-KR"/>
                <a:t>, </a:t>
              </a:r>
              <a:r>
                <a:rPr lang="ko-KR" altLang="en-US"/>
                <a:t>전문성 부담이 큽니다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A8F114-F4A4-AB57-0C3D-20B9F8913141}"/>
              </a:ext>
            </a:extLst>
          </p:cNvPr>
          <p:cNvGrpSpPr/>
          <p:nvPr/>
        </p:nvGrpSpPr>
        <p:grpSpPr>
          <a:xfrm>
            <a:off x="556677" y="3166856"/>
            <a:ext cx="7162211" cy="516155"/>
            <a:chOff x="556677" y="1220570"/>
            <a:chExt cx="7162211" cy="516155"/>
          </a:xfrm>
        </p:grpSpPr>
        <p:pic>
          <p:nvPicPr>
            <p:cNvPr id="13" name="그래픽 12" descr="배지 체크 표시1 단색으로 채워진">
              <a:extLst>
                <a:ext uri="{FF2B5EF4-FFF2-40B4-BE49-F238E27FC236}">
                  <a16:creationId xmlns:a16="http://schemas.microsoft.com/office/drawing/2014/main" id="{9CE29173-83BC-6721-8948-BA3174FFCF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23E38B-AA8B-6F71-A96C-A29A7D6B5B4D}"/>
                </a:ext>
              </a:extLst>
            </p:cNvPr>
            <p:cNvSpPr txBox="1"/>
            <p:nvPr/>
          </p:nvSpPr>
          <p:spPr>
            <a:xfrm>
              <a:off x="1125416" y="1293981"/>
              <a:ext cx="6593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생성형 </a:t>
              </a:r>
              <a:r>
                <a:rPr lang="en-US" altLang="ko-KR"/>
                <a:t>LLM </a:t>
              </a:r>
              <a:r>
                <a:rPr lang="ko-KR" altLang="en-US"/>
                <a:t>기반 챗봇은 환각으로 인한 오류 위험이 존재 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2F46DCD-9D40-53AA-0D67-B19CCAE77621}"/>
              </a:ext>
            </a:extLst>
          </p:cNvPr>
          <p:cNvGrpSpPr/>
          <p:nvPr/>
        </p:nvGrpSpPr>
        <p:grpSpPr>
          <a:xfrm>
            <a:off x="556677" y="3815617"/>
            <a:ext cx="7303275" cy="516155"/>
            <a:chOff x="556677" y="1220570"/>
            <a:chExt cx="7303275" cy="516155"/>
          </a:xfrm>
        </p:grpSpPr>
        <p:pic>
          <p:nvPicPr>
            <p:cNvPr id="16" name="그래픽 15" descr="배지 체크 표시1 단색으로 채워진">
              <a:extLst>
                <a:ext uri="{FF2B5EF4-FFF2-40B4-BE49-F238E27FC236}">
                  <a16:creationId xmlns:a16="http://schemas.microsoft.com/office/drawing/2014/main" id="{CBF4C882-8A33-7EE1-EE2B-DB3F20A1A6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130FE6-C1B6-B5E8-FD9C-71D6FFCF870E}"/>
                </a:ext>
              </a:extLst>
            </p:cNvPr>
            <p:cNvSpPr txBox="1"/>
            <p:nvPr/>
          </p:nvSpPr>
          <p:spPr>
            <a:xfrm>
              <a:off x="1125416" y="1293981"/>
              <a:ext cx="6734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서비스마다 챗봇을 개별 개발하던 유지보수와 확정성이 낮습니다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C46032-8DF7-D50D-F77F-63813DECB95C}"/>
              </a:ext>
            </a:extLst>
          </p:cNvPr>
          <p:cNvSpPr/>
          <p:nvPr/>
        </p:nvSpPr>
        <p:spPr>
          <a:xfrm>
            <a:off x="738919" y="4670364"/>
            <a:ext cx="8577019" cy="1343574"/>
          </a:xfrm>
          <a:prstGeom prst="roundRect">
            <a:avLst>
              <a:gd name="adj" fmla="val 9002"/>
            </a:avLst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따라서 생성형 </a:t>
            </a:r>
            <a:r>
              <a:rPr lang="en-US" altLang="ko-KR">
                <a:solidFill>
                  <a:schemeClr val="bg1"/>
                </a:solidFill>
              </a:rPr>
              <a:t>LLM </a:t>
            </a:r>
            <a:r>
              <a:rPr lang="ko-KR" altLang="en-US">
                <a:solidFill>
                  <a:schemeClr val="bg1"/>
                </a:solidFill>
              </a:rPr>
              <a:t>중심이 아닌 경량 </a:t>
            </a:r>
            <a:r>
              <a:rPr lang="en-US" altLang="ko-KR">
                <a:solidFill>
                  <a:schemeClr val="bg1"/>
                </a:solidFill>
              </a:rPr>
              <a:t>NLU + Action </a:t>
            </a:r>
            <a:r>
              <a:rPr lang="ko-KR" altLang="en-US">
                <a:solidFill>
                  <a:schemeClr val="bg1"/>
                </a:solidFill>
              </a:rPr>
              <a:t>기반 접근과 </a:t>
            </a:r>
            <a:endParaRPr lang="en-US" altLang="ko-KR">
              <a:solidFill>
                <a:schemeClr val="bg1"/>
              </a:solidFill>
            </a:endParaRPr>
          </a:p>
          <a:p>
            <a:pPr algn="ctr"/>
            <a:r>
              <a:rPr lang="ko-KR" altLang="en-US">
                <a:solidFill>
                  <a:schemeClr val="bg1"/>
                </a:solidFill>
              </a:rPr>
              <a:t>공통화된 </a:t>
            </a:r>
            <a:r>
              <a:rPr lang="en-US" altLang="ko-KR">
                <a:solidFill>
                  <a:schemeClr val="bg1"/>
                </a:solidFill>
              </a:rPr>
              <a:t>Intent Pack </a:t>
            </a:r>
            <a:r>
              <a:rPr lang="ko-KR" altLang="en-US">
                <a:solidFill>
                  <a:schemeClr val="bg1"/>
                </a:solidFill>
              </a:rPr>
              <a:t>운영 모델이 필요합니다</a:t>
            </a:r>
            <a:r>
              <a:rPr lang="en-US" altLang="ko-KR">
                <a:solidFill>
                  <a:schemeClr val="bg1"/>
                </a:solidFill>
              </a:rPr>
              <a:t>. 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3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812F6D81-8FC5-481B-8614-D44FF302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문제 정의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1FCF05-9720-C365-CDAA-95EC9844034D}"/>
              </a:ext>
            </a:extLst>
          </p:cNvPr>
          <p:cNvSpPr txBox="1"/>
          <p:nvPr/>
        </p:nvSpPr>
        <p:spPr>
          <a:xfrm>
            <a:off x="630620" y="1377223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A0151C"/>
                </a:solidFill>
              </a:rPr>
              <a:t>3.1 </a:t>
            </a:r>
            <a:r>
              <a:rPr lang="ko-KR" altLang="en-US" sz="2400" b="1">
                <a:solidFill>
                  <a:srgbClr val="A0151C"/>
                </a:solidFill>
              </a:rPr>
              <a:t>고객 환경 문제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F113D34-0766-C6CC-3802-AF4F5325B5A3}"/>
              </a:ext>
            </a:extLst>
          </p:cNvPr>
          <p:cNvSpPr/>
          <p:nvPr/>
        </p:nvSpPr>
        <p:spPr>
          <a:xfrm>
            <a:off x="630620" y="1907628"/>
            <a:ext cx="3965028" cy="4012324"/>
          </a:xfrm>
          <a:prstGeom prst="roundRect">
            <a:avLst>
              <a:gd name="adj" fmla="val 4580"/>
            </a:avLst>
          </a:prstGeom>
          <a:solidFill>
            <a:srgbClr val="FDF9F9"/>
          </a:solidFill>
          <a:ln w="12700">
            <a:solidFill>
              <a:srgbClr val="E2B0B0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0809EC-63C4-1BB5-0EF4-19E72F84E5B8}"/>
              </a:ext>
            </a:extLst>
          </p:cNvPr>
          <p:cNvSpPr txBox="1"/>
          <p:nvPr/>
        </p:nvSpPr>
        <p:spPr>
          <a:xfrm>
            <a:off x="1104135" y="2063470"/>
            <a:ext cx="3449983" cy="3440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/>
              <a:t>외부 </a:t>
            </a:r>
            <a:r>
              <a:rPr lang="en-US" altLang="ko-KR"/>
              <a:t>LLM/API</a:t>
            </a:r>
            <a:r>
              <a:rPr lang="ko-KR" altLang="en-US"/>
              <a:t> 사용 제한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보안 심사 및 데이터 반출 리스크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en-US" altLang="ko-KR"/>
              <a:t>GPU/LLM </a:t>
            </a:r>
            <a:r>
              <a:rPr lang="ko-KR" altLang="en-US"/>
              <a:t>운영 비용 부담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환각</a:t>
            </a:r>
            <a:r>
              <a:rPr lang="en-US" altLang="ko-KR"/>
              <a:t>(</a:t>
            </a:r>
            <a:r>
              <a:rPr lang="ko-KR" altLang="en-US"/>
              <a:t>오탐</a:t>
            </a:r>
            <a:r>
              <a:rPr lang="en-US" altLang="ko-KR"/>
              <a:t>) </a:t>
            </a:r>
            <a:r>
              <a:rPr lang="ko-KR" altLang="en-US"/>
              <a:t>리스크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프로젝트별 재개발</a:t>
            </a:r>
            <a:r>
              <a:rPr lang="en-US" altLang="ko-KR"/>
              <a:t>/</a:t>
            </a:r>
            <a:r>
              <a:rPr lang="ko-KR" altLang="en-US"/>
              <a:t>중복 비옹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D1BB0E-37F6-AD46-60C3-D5FD86149E64}"/>
              </a:ext>
            </a:extLst>
          </p:cNvPr>
          <p:cNvSpPr txBox="1"/>
          <p:nvPr/>
        </p:nvSpPr>
        <p:spPr>
          <a:xfrm>
            <a:off x="5202620" y="1377223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0D70"/>
                </a:solidFill>
              </a:rPr>
              <a:t>3.2 </a:t>
            </a:r>
            <a:r>
              <a:rPr lang="ko-KR" altLang="en-US" sz="2400" b="1">
                <a:solidFill>
                  <a:srgbClr val="000D70"/>
                </a:solidFill>
              </a:rPr>
              <a:t>우리가 풀 문제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24E03BAD-AE64-61B7-0C36-345A225B4419}"/>
              </a:ext>
            </a:extLst>
          </p:cNvPr>
          <p:cNvSpPr/>
          <p:nvPr/>
        </p:nvSpPr>
        <p:spPr>
          <a:xfrm>
            <a:off x="5202620" y="1907628"/>
            <a:ext cx="3965028" cy="4012324"/>
          </a:xfrm>
          <a:prstGeom prst="roundRect">
            <a:avLst>
              <a:gd name="adj" fmla="val 4580"/>
            </a:avLst>
          </a:prstGeom>
          <a:solidFill>
            <a:srgbClr val="F5F7FE"/>
          </a:solidFill>
          <a:ln w="12700">
            <a:solidFill>
              <a:srgbClr val="9AB4D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A6B68D-9438-2FFD-96C2-D00F0704CFA4}"/>
              </a:ext>
            </a:extLst>
          </p:cNvPr>
          <p:cNvSpPr txBox="1"/>
          <p:nvPr/>
        </p:nvSpPr>
        <p:spPr>
          <a:xfrm>
            <a:off x="5358457" y="3775902"/>
            <a:ext cx="3809191" cy="6703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고객 내부망 제약을 준수하면서 자사 여러 프로젝트에 반복 적용 가능한 공통 챗봇 실행 구조와 </a:t>
            </a:r>
            <a:r>
              <a:rPr lang="en-US" altLang="ko-KR"/>
              <a:t>Intent Pack </a:t>
            </a:r>
            <a:r>
              <a:rPr lang="ko-KR" altLang="en-US"/>
              <a:t>공급 체계를 만든다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92" name="그래픽 91" descr="방패 선택 표시 단색으로 채워진">
            <a:extLst>
              <a:ext uri="{FF2B5EF4-FFF2-40B4-BE49-F238E27FC236}">
                <a16:creationId xmlns:a16="http://schemas.microsoft.com/office/drawing/2014/main" id="{0F06AF8A-A6D3-4037-37D4-BC1BF7A61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768" y="3022586"/>
            <a:ext cx="360000" cy="360000"/>
          </a:xfrm>
          <a:prstGeom prst="rect">
            <a:avLst/>
          </a:prstGeom>
        </p:spPr>
      </p:pic>
      <p:pic>
        <p:nvPicPr>
          <p:cNvPr id="98" name="그래픽 97" descr="연결됨 연결 해제됨 단색으로 채워진">
            <a:extLst>
              <a:ext uri="{FF2B5EF4-FFF2-40B4-BE49-F238E27FC236}">
                <a16:creationId xmlns:a16="http://schemas.microsoft.com/office/drawing/2014/main" id="{DDAB996C-7F11-62BD-DAF2-CA8FB7944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68" y="2340409"/>
            <a:ext cx="360000" cy="360000"/>
          </a:xfrm>
          <a:prstGeom prst="rect">
            <a:avLst/>
          </a:prstGeom>
        </p:spPr>
      </p:pic>
      <p:pic>
        <p:nvPicPr>
          <p:cNvPr id="100" name="그래픽 99" descr="프로세서 단색으로 채워진">
            <a:extLst>
              <a:ext uri="{FF2B5EF4-FFF2-40B4-BE49-F238E27FC236}">
                <a16:creationId xmlns:a16="http://schemas.microsoft.com/office/drawing/2014/main" id="{F520A09F-48BD-CE74-298E-3A3AC98CC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768" y="3704763"/>
            <a:ext cx="360000" cy="360000"/>
          </a:xfrm>
          <a:prstGeom prst="rect">
            <a:avLst/>
          </a:prstGeom>
        </p:spPr>
      </p:pic>
      <p:pic>
        <p:nvPicPr>
          <p:cNvPr id="102" name="그래픽 101" descr="지속적인 개선 단색으로 채워진">
            <a:extLst>
              <a:ext uri="{FF2B5EF4-FFF2-40B4-BE49-F238E27FC236}">
                <a16:creationId xmlns:a16="http://schemas.microsoft.com/office/drawing/2014/main" id="{5D12E5DB-A580-9BDE-6FC2-14902C9F23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768" y="5069117"/>
            <a:ext cx="360000" cy="360000"/>
          </a:xfrm>
          <a:prstGeom prst="rect">
            <a:avLst/>
          </a:prstGeom>
        </p:spPr>
      </p:pic>
      <p:pic>
        <p:nvPicPr>
          <p:cNvPr id="104" name="그래픽 103" descr="부분적으로 선이 그어진 클립보드 단색으로 채워진">
            <a:extLst>
              <a:ext uri="{FF2B5EF4-FFF2-40B4-BE49-F238E27FC236}">
                <a16:creationId xmlns:a16="http://schemas.microsoft.com/office/drawing/2014/main" id="{CBA327D0-B254-5374-1D4A-87E292AEF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768" y="4386940"/>
            <a:ext cx="360000" cy="360000"/>
          </a:xfrm>
          <a:prstGeom prst="rect">
            <a:avLst/>
          </a:prstGeom>
        </p:spPr>
      </p:pic>
      <p:pic>
        <p:nvPicPr>
          <p:cNvPr id="108" name="그래픽 107" descr="기어 헤드 단색으로 채워진">
            <a:extLst>
              <a:ext uri="{FF2B5EF4-FFF2-40B4-BE49-F238E27FC236}">
                <a16:creationId xmlns:a16="http://schemas.microsoft.com/office/drawing/2014/main" id="{FD6D95A5-8BA8-8BF7-2478-49E96EAB8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1346" y="2307636"/>
            <a:ext cx="1217066" cy="12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0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3EBC-80AB-438C-61B2-FE1C192F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D8FE64AE-F17E-E78D-8617-82F40A3A8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CFBEC147-66D6-2895-FA8B-20E78D1B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목표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6152439C-42B8-8463-C379-11679D7DBC4F}"/>
              </a:ext>
            </a:extLst>
          </p:cNvPr>
          <p:cNvSpPr txBox="1">
            <a:spLocks/>
          </p:cNvSpPr>
          <p:nvPr/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lang="ko-KR" altLang="en-US" sz="1400" b="0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x-none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ko-KR" altLang="en-US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고객 내부망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ㆍ폐쇄망 환경에서도 외부 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LLM 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없이 챗봇 기능을 제공하는 것이 본 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MVP 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의 핵심 목표입니다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. </a:t>
            </a:r>
            <a:endParaRPr kumimoji="0" lang="en-US" altLang="ko-KR" sz="1400" b="0" i="0" u="none" strike="noStrike" kern="1200" cap="none" spc="-10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A4A2561-65EB-D135-03A9-961EEDD182A9}"/>
              </a:ext>
            </a:extLst>
          </p:cNvPr>
          <p:cNvCxnSpPr>
            <a:cxnSpLocks/>
          </p:cNvCxnSpPr>
          <p:nvPr/>
        </p:nvCxnSpPr>
        <p:spPr>
          <a:xfrm>
            <a:off x="4070062" y="6280493"/>
            <a:ext cx="2083424" cy="0"/>
          </a:xfrm>
          <a:prstGeom prst="line">
            <a:avLst/>
          </a:prstGeom>
          <a:ln w="12700">
            <a:solidFill>
              <a:srgbClr val="A1B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B5BF72D-9A94-5EC9-1708-062AD6EFEE56}"/>
              </a:ext>
            </a:extLst>
          </p:cNvPr>
          <p:cNvGrpSpPr/>
          <p:nvPr/>
        </p:nvGrpSpPr>
        <p:grpSpPr>
          <a:xfrm>
            <a:off x="442431" y="1947323"/>
            <a:ext cx="9146970" cy="3459656"/>
            <a:chOff x="593931" y="1844869"/>
            <a:chExt cx="9146970" cy="3145142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F7337491-5ABA-C586-FDD9-D356CB404973}"/>
                </a:ext>
              </a:extLst>
            </p:cNvPr>
            <p:cNvSpPr/>
            <p:nvPr/>
          </p:nvSpPr>
          <p:spPr>
            <a:xfrm>
              <a:off x="593931" y="1850280"/>
              <a:ext cx="2548117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최종 목표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05977CF5-C674-71F2-D5C4-E9D0E280108F}"/>
                </a:ext>
              </a:extLst>
            </p:cNvPr>
            <p:cNvSpPr/>
            <p:nvPr/>
          </p:nvSpPr>
          <p:spPr>
            <a:xfrm>
              <a:off x="593932" y="2188324"/>
              <a:ext cx="2548117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66657BD-2181-EB32-C49A-4FE845807FFF}"/>
                </a:ext>
              </a:extLst>
            </p:cNvPr>
            <p:cNvSpPr/>
            <p:nvPr/>
          </p:nvSpPr>
          <p:spPr>
            <a:xfrm>
              <a:off x="687656" y="2304304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고객 내부망ㆍ폐쇠망에서 챗봇 기능 제공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D7C4BC5-AB3A-19DA-03C8-F87EC085958A}"/>
                </a:ext>
              </a:extLst>
            </p:cNvPr>
            <p:cNvSpPr/>
            <p:nvPr/>
          </p:nvSpPr>
          <p:spPr>
            <a:xfrm>
              <a:off x="687656" y="2977326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외부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LLM/API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호출 없는 독립 실행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6D21F40-5B87-BD27-351A-7CE2B60D6680}"/>
                </a:ext>
              </a:extLst>
            </p:cNvPr>
            <p:cNvSpPr/>
            <p:nvPr/>
          </p:nvSpPr>
          <p:spPr>
            <a:xfrm>
              <a:off x="687656" y="3650348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자연어 질문을 승인된 업무 기능으로 연결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B43C299-D560-796D-080E-BC2158204497}"/>
                </a:ext>
              </a:extLst>
            </p:cNvPr>
            <p:cNvSpPr/>
            <p:nvPr/>
          </p:nvSpPr>
          <p:spPr>
            <a:xfrm>
              <a:off x="687656" y="4323371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보안ㆍ비용ㆍ통제력을 동시에 확보</a:t>
              </a:r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D7028726-D09C-043C-16E3-70D7163D0060}"/>
                </a:ext>
              </a:extLst>
            </p:cNvPr>
            <p:cNvSpPr/>
            <p:nvPr/>
          </p:nvSpPr>
          <p:spPr>
            <a:xfrm>
              <a:off x="3492549" y="1844869"/>
              <a:ext cx="3083222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MVP </a:t>
              </a:r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목표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461473A-D179-6DF8-3706-3D537521BC8A}"/>
                </a:ext>
              </a:extLst>
            </p:cNvPr>
            <p:cNvSpPr/>
            <p:nvPr/>
          </p:nvSpPr>
          <p:spPr>
            <a:xfrm>
              <a:off x="3492550" y="2182913"/>
              <a:ext cx="3083222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AF006A73-7978-3D0B-2D66-F042E764791D}"/>
                </a:ext>
              </a:extLst>
            </p:cNvPr>
            <p:cNvSpPr/>
            <p:nvPr/>
          </p:nvSpPr>
          <p:spPr>
            <a:xfrm>
              <a:off x="3625242" y="2231678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A5D13F-C77C-9B2C-6481-CF88E4F2395F}"/>
                </a:ext>
              </a:extLst>
            </p:cNvPr>
            <p:cNvSpPr txBox="1"/>
            <p:nvPr/>
          </p:nvSpPr>
          <p:spPr>
            <a:xfrm>
              <a:off x="3718197" y="2298805"/>
              <a:ext cx="13083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  <a:ea typeface="+mj-ea"/>
                </a:rPr>
                <a:t>화면ㆍ기능 이동 </a:t>
              </a:r>
              <a:r>
                <a:rPr lang="en-US" altLang="ko-KR" sz="1100" b="1">
                  <a:latin typeface="+mj-ea"/>
                  <a:ea typeface="+mj-ea"/>
                </a:rPr>
                <a:t>:</a:t>
              </a:r>
              <a:endParaRPr lang="ko-KR" altLang="en-US" sz="1100" b="1">
                <a:latin typeface="+mj-ea"/>
                <a:ea typeface="+mj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3FEF75-8905-42F8-5585-829F8B5A4218}"/>
                </a:ext>
              </a:extLst>
            </p:cNvPr>
            <p:cNvSpPr txBox="1"/>
            <p:nvPr/>
          </p:nvSpPr>
          <p:spPr>
            <a:xfrm>
              <a:off x="3718196" y="2504145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  <a:ea typeface="+mj-ea"/>
                </a:rPr>
                <a:t>자연어 질문을 메뉴</a:t>
              </a:r>
              <a:r>
                <a:rPr lang="en-US" altLang="ko-KR" sz="1100">
                  <a:latin typeface="+mj-ea"/>
                  <a:ea typeface="+mj-ea"/>
                </a:rPr>
                <a:t>/</a:t>
              </a:r>
              <a:r>
                <a:rPr lang="ko-KR" altLang="en-US" sz="1100">
                  <a:latin typeface="+mj-ea"/>
                  <a:ea typeface="+mj-ea"/>
                </a:rPr>
                <a:t>화면 </a:t>
              </a:r>
              <a:r>
                <a:rPr lang="en-US" altLang="ko-KR" sz="1100">
                  <a:latin typeface="+mj-ea"/>
                  <a:ea typeface="+mj-ea"/>
                </a:rPr>
                <a:t>Intent</a:t>
              </a:r>
              <a:r>
                <a:rPr lang="ko-KR" altLang="en-US" sz="1100">
                  <a:latin typeface="+mj-ea"/>
                  <a:ea typeface="+mj-ea"/>
                </a:rPr>
                <a:t>로 매핑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F97D3AB-359C-835D-2530-F42BBFB74E45}"/>
                </a:ext>
              </a:extLst>
            </p:cNvPr>
            <p:cNvSpPr/>
            <p:nvPr/>
          </p:nvSpPr>
          <p:spPr>
            <a:xfrm>
              <a:off x="3625242" y="2925547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22B2105-340F-55EA-7258-8B92B39E2A3D}"/>
                </a:ext>
              </a:extLst>
            </p:cNvPr>
            <p:cNvSpPr txBox="1"/>
            <p:nvPr/>
          </p:nvSpPr>
          <p:spPr>
            <a:xfrm>
              <a:off x="3718197" y="2992674"/>
              <a:ext cx="13083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</a:rPr>
                <a:t>문서ㆍ</a:t>
              </a:r>
              <a:r>
                <a:rPr lang="en-US" altLang="ko-KR" sz="1100" b="1">
                  <a:latin typeface="+mj-ea"/>
                </a:rPr>
                <a:t>FAQ </a:t>
              </a:r>
              <a:r>
                <a:rPr lang="ko-KR" altLang="en-US" sz="1100" b="1">
                  <a:latin typeface="+mj-ea"/>
                </a:rPr>
                <a:t>검색 </a:t>
              </a:r>
              <a:r>
                <a:rPr lang="en-US" altLang="ko-KR" sz="1100" b="1">
                  <a:latin typeface="+mj-ea"/>
                </a:rPr>
                <a:t>:</a:t>
              </a:r>
              <a:endParaRPr lang="ko-KR" altLang="en-US" sz="1100" b="1">
                <a:latin typeface="+mj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6288BA-F269-2409-962C-EEC282D6CD28}"/>
                </a:ext>
              </a:extLst>
            </p:cNvPr>
            <p:cNvSpPr txBox="1"/>
            <p:nvPr/>
          </p:nvSpPr>
          <p:spPr>
            <a:xfrm>
              <a:off x="3718196" y="3198014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</a:rPr>
                <a:t>내부 문서</a:t>
              </a:r>
              <a:r>
                <a:rPr lang="en-US" altLang="ko-KR" sz="1100">
                  <a:latin typeface="+mj-ea"/>
                </a:rPr>
                <a:t>, </a:t>
              </a:r>
              <a:r>
                <a:rPr lang="ko-KR" altLang="en-US" sz="1100">
                  <a:latin typeface="+mj-ea"/>
                </a:rPr>
                <a:t>매뉴얼</a:t>
              </a:r>
              <a:r>
                <a:rPr lang="en-US" altLang="ko-KR" sz="1100">
                  <a:latin typeface="+mj-ea"/>
                </a:rPr>
                <a:t>, FAQ </a:t>
              </a:r>
              <a:r>
                <a:rPr lang="ko-KR" altLang="en-US" sz="1100">
                  <a:latin typeface="+mj-ea"/>
                </a:rPr>
                <a:t>기반 근거 응답</a:t>
              </a: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E8BDEB70-08FE-5E2F-8105-0404F907ABB4}"/>
                </a:ext>
              </a:extLst>
            </p:cNvPr>
            <p:cNvSpPr/>
            <p:nvPr/>
          </p:nvSpPr>
          <p:spPr>
            <a:xfrm>
              <a:off x="3625242" y="3648148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EDFD85-6A4A-E10D-05E5-D1B86A88D6BF}"/>
                </a:ext>
              </a:extLst>
            </p:cNvPr>
            <p:cNvSpPr txBox="1"/>
            <p:nvPr/>
          </p:nvSpPr>
          <p:spPr>
            <a:xfrm>
              <a:off x="3718197" y="3731506"/>
              <a:ext cx="13580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</a:rPr>
                <a:t>정형 데이터 조회 </a:t>
              </a:r>
              <a:r>
                <a:rPr lang="en-US" altLang="ko-KR" sz="1100" b="1">
                  <a:latin typeface="+mj-ea"/>
                </a:rPr>
                <a:t>:</a:t>
              </a:r>
              <a:endParaRPr lang="ko-KR" altLang="en-US" sz="1100" b="1">
                <a:latin typeface="+mj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68CAC6-BE0B-DBD0-7755-A0E6DBAD5708}"/>
                </a:ext>
              </a:extLst>
            </p:cNvPr>
            <p:cNvSpPr txBox="1"/>
            <p:nvPr/>
          </p:nvSpPr>
          <p:spPr>
            <a:xfrm>
              <a:off x="3579389" y="3942257"/>
              <a:ext cx="3053753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</a:rPr>
                <a:t>승인된 읽기 전용 </a:t>
              </a:r>
              <a:r>
                <a:rPr lang="en-US" altLang="ko-KR" sz="1100">
                  <a:latin typeface="+mj-ea"/>
                </a:rPr>
                <a:t>API/SQL Template </a:t>
              </a:r>
              <a:r>
                <a:rPr lang="ko-KR" altLang="en-US" sz="1100">
                  <a:latin typeface="+mj-ea"/>
                </a:rPr>
                <a:t>연계</a:t>
              </a: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B611BAD0-B157-D81A-8E64-442A4AEC5785}"/>
                </a:ext>
              </a:extLst>
            </p:cNvPr>
            <p:cNvSpPr/>
            <p:nvPr/>
          </p:nvSpPr>
          <p:spPr>
            <a:xfrm>
              <a:off x="3625242" y="4345114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B0F37C9-4E2D-72F5-7930-BC9D9AEC9B90}"/>
                </a:ext>
              </a:extLst>
            </p:cNvPr>
            <p:cNvSpPr txBox="1"/>
            <p:nvPr/>
          </p:nvSpPr>
          <p:spPr>
            <a:xfrm>
              <a:off x="3718197" y="4396010"/>
              <a:ext cx="12506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>
                  <a:latin typeface="+mj-ea"/>
                </a:rPr>
                <a:t>Pack </a:t>
              </a:r>
              <a:r>
                <a:rPr lang="ko-KR" altLang="en-US" sz="1100" b="1">
                  <a:latin typeface="+mj-ea"/>
                </a:rPr>
                <a:t>반입ㆍ적용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ECB6316-8197-F329-C419-4725793059D1}"/>
                </a:ext>
              </a:extLst>
            </p:cNvPr>
            <p:cNvSpPr txBox="1"/>
            <p:nvPr/>
          </p:nvSpPr>
          <p:spPr>
            <a:xfrm>
              <a:off x="3718196" y="4595939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100">
                  <a:latin typeface="+mj-ea"/>
                </a:rPr>
                <a:t>Intent Pack</a:t>
              </a:r>
              <a:r>
                <a:rPr lang="ko-KR" altLang="en-US" sz="1100">
                  <a:latin typeface="+mj-ea"/>
                </a:rPr>
                <a:t> </a:t>
              </a:r>
              <a:r>
                <a:rPr lang="en-US" altLang="ko-KR" sz="1100">
                  <a:latin typeface="+mj-ea"/>
                </a:rPr>
                <a:t>Import,</a:t>
              </a:r>
              <a:r>
                <a:rPr lang="ko-KR" altLang="en-US" sz="1100">
                  <a:latin typeface="+mj-ea"/>
                </a:rPr>
                <a:t> 검증</a:t>
              </a:r>
              <a:r>
                <a:rPr lang="en-US" altLang="ko-KR" sz="1100">
                  <a:latin typeface="+mj-ea"/>
                </a:rPr>
                <a:t>, </a:t>
              </a:r>
              <a:r>
                <a:rPr lang="ko-KR" altLang="en-US" sz="1100">
                  <a:latin typeface="+mj-ea"/>
                </a:rPr>
                <a:t>활성화</a:t>
              </a:r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479372D0-7F01-1DDE-6AC1-E49F1E9DC4A7}"/>
                </a:ext>
              </a:extLst>
            </p:cNvPr>
            <p:cNvSpPr/>
            <p:nvPr/>
          </p:nvSpPr>
          <p:spPr>
            <a:xfrm>
              <a:off x="6937971" y="1850280"/>
              <a:ext cx="2802929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 달성 조건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DE483DF7-823D-46E0-55C4-DAEC0CFE4E50}"/>
                </a:ext>
              </a:extLst>
            </p:cNvPr>
            <p:cNvSpPr/>
            <p:nvPr/>
          </p:nvSpPr>
          <p:spPr>
            <a:xfrm>
              <a:off x="6937972" y="2188324"/>
              <a:ext cx="2802929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2333844-903A-D469-23FC-6AF33546688F}"/>
                </a:ext>
              </a:extLst>
            </p:cNvPr>
            <p:cNvSpPr/>
            <p:nvPr/>
          </p:nvSpPr>
          <p:spPr>
            <a:xfrm>
              <a:off x="7041069" y="2300696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고객 원본 데이터 외부 전송 없음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6D7139C-36F9-1120-B43B-E01832B48955}"/>
                </a:ext>
              </a:extLst>
            </p:cNvPr>
            <p:cNvSpPr/>
            <p:nvPr/>
          </p:nvSpPr>
          <p:spPr>
            <a:xfrm>
              <a:off x="7041069" y="2846765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일반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CPU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환경 운영 가능</a:t>
              </a: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781870C-CD38-0DCE-82FA-4B934E8BE7D9}"/>
                </a:ext>
              </a:extLst>
            </p:cNvPr>
            <p:cNvSpPr/>
            <p:nvPr/>
          </p:nvSpPr>
          <p:spPr>
            <a:xfrm>
              <a:off x="7041069" y="3392834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사전 승인된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Action /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근거 기반 응답</a:t>
              </a: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DD0D8BD2-E275-EF02-02C0-C2439B1449D5}"/>
                </a:ext>
              </a:extLst>
            </p:cNvPr>
            <p:cNvSpPr/>
            <p:nvPr/>
          </p:nvSpPr>
          <p:spPr>
            <a:xfrm>
              <a:off x="7041069" y="3938903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Pack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단위 버전ㆍ배포ㆍ롤백 가능</a:t>
              </a: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8AA6A86-CC48-5AB9-579E-0486B52CEF85}"/>
                </a:ext>
              </a:extLst>
            </p:cNvPr>
            <p:cNvSpPr/>
            <p:nvPr/>
          </p:nvSpPr>
          <p:spPr>
            <a:xfrm>
              <a:off x="7041069" y="4484973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Runtime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로그 및 운영 추적 기능</a:t>
              </a:r>
            </a:p>
          </p:txBody>
        </p:sp>
      </p:grp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4967FE3-5648-429A-C30C-77850018E51B}"/>
              </a:ext>
            </a:extLst>
          </p:cNvPr>
          <p:cNvSpPr/>
          <p:nvPr/>
        </p:nvSpPr>
        <p:spPr>
          <a:xfrm>
            <a:off x="381000" y="5679830"/>
            <a:ext cx="9336270" cy="762000"/>
          </a:xfrm>
          <a:prstGeom prst="roundRect">
            <a:avLst/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고객 폐쇄망에서도 외부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LLM 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없이 동작하는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Lightweight NLU Runtime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과 검증된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intent Pack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으로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안정하고 통제 가능한 챗봇 서비스를 구현한다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lang="ko-KR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3298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A8A3-4267-9D27-46D0-B6AF8EB2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F1071B-9BBE-62AA-B3E9-1CCEC52C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2B45E1-83DA-3D99-2CF6-99ECA31E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전체 기능 구성도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6870F835-A519-DB1A-613E-35FF0DCBA6EB}"/>
              </a:ext>
            </a:extLst>
          </p:cNvPr>
          <p:cNvSpPr/>
          <p:nvPr/>
        </p:nvSpPr>
        <p:spPr>
          <a:xfrm>
            <a:off x="236538" y="1070155"/>
            <a:ext cx="2896277" cy="404458"/>
          </a:xfrm>
          <a:prstGeom prst="roundRect">
            <a:avLst>
              <a:gd name="adj" fmla="val 12903"/>
            </a:avLst>
          </a:prstGeom>
          <a:solidFill>
            <a:srgbClr val="001755"/>
          </a:solidFill>
          <a:ln w="12700">
            <a:solidFill>
              <a:srgbClr val="001755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채널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4AA186-4500-578E-6B89-92AF5856549B}"/>
              </a:ext>
            </a:extLst>
          </p:cNvPr>
          <p:cNvSpPr/>
          <p:nvPr/>
        </p:nvSpPr>
        <p:spPr>
          <a:xfrm>
            <a:off x="236539" y="1354611"/>
            <a:ext cx="2896276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66EAE-831C-4708-3C1A-BEA100E46D19}"/>
              </a:ext>
            </a:extLst>
          </p:cNvPr>
          <p:cNvSpPr txBox="1">
            <a:spLocks/>
          </p:cNvSpPr>
          <p:nvPr/>
        </p:nvSpPr>
        <p:spPr>
          <a:xfrm>
            <a:off x="304367" y="1406700"/>
            <a:ext cx="520799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웹</a:t>
            </a:r>
            <a:r>
              <a:rPr lang="en-US" altLang="ko-KR" sz="800" b="1">
                <a:solidFill>
                  <a:srgbClr val="032253"/>
                </a:solidFill>
                <a:latin typeface="+mn-ea"/>
              </a:rPr>
              <a:t>(Web)</a:t>
            </a:r>
            <a:endParaRPr lang="ko-KR" altLang="en-US" sz="800" b="1">
              <a:solidFill>
                <a:srgbClr val="032253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78682-90F3-9AD1-F4C0-46DC44B5451D}"/>
              </a:ext>
            </a:extLst>
          </p:cNvPr>
          <p:cNvSpPr txBox="1">
            <a:spLocks/>
          </p:cNvSpPr>
          <p:nvPr/>
        </p:nvSpPr>
        <p:spPr>
          <a:xfrm>
            <a:off x="888046" y="1412213"/>
            <a:ext cx="531379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사내포털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C9518-9261-21FD-75B7-169A92A68FE6}"/>
              </a:ext>
            </a:extLst>
          </p:cNvPr>
          <p:cNvSpPr txBox="1">
            <a:spLocks/>
          </p:cNvSpPr>
          <p:nvPr/>
        </p:nvSpPr>
        <p:spPr>
          <a:xfrm>
            <a:off x="1482305" y="1412213"/>
            <a:ext cx="418528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모바일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4B209-E01D-1A5E-E6EA-E8BED40A4E5C}"/>
              </a:ext>
            </a:extLst>
          </p:cNvPr>
          <p:cNvSpPr txBox="1">
            <a:spLocks/>
          </p:cNvSpPr>
          <p:nvPr/>
        </p:nvSpPr>
        <p:spPr>
          <a:xfrm>
            <a:off x="1963713" y="1412213"/>
            <a:ext cx="418528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메신저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C5403-E9B9-1795-5DE7-190C84888EE4}"/>
              </a:ext>
            </a:extLst>
          </p:cNvPr>
          <p:cNvSpPr txBox="1">
            <a:spLocks/>
          </p:cNvSpPr>
          <p:nvPr/>
        </p:nvSpPr>
        <p:spPr>
          <a:xfrm>
            <a:off x="2445120" y="1412213"/>
            <a:ext cx="614254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032253"/>
                </a:solidFill>
                <a:latin typeface="+mn-ea"/>
              </a:rPr>
              <a:t>API Client</a:t>
            </a:r>
            <a:endParaRPr lang="ko-KR" altLang="en-US" sz="800" b="1">
              <a:solidFill>
                <a:srgbClr val="032253"/>
              </a:solidFill>
              <a:latin typeface="+mn-ea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4E375DD3-8958-42EB-3972-52B9002392C5}"/>
              </a:ext>
            </a:extLst>
          </p:cNvPr>
          <p:cNvSpPr/>
          <p:nvPr/>
        </p:nvSpPr>
        <p:spPr>
          <a:xfrm>
            <a:off x="3171148" y="1070155"/>
            <a:ext cx="3730584" cy="404458"/>
          </a:xfrm>
          <a:prstGeom prst="roundRect">
            <a:avLst>
              <a:gd name="adj" fmla="val 12903"/>
            </a:avLst>
          </a:prstGeom>
          <a:solidFill>
            <a:srgbClr val="633EA3"/>
          </a:solidFill>
          <a:ln w="12700">
            <a:solidFill>
              <a:srgbClr val="633EA3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채널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AC419BC-539E-9EDB-3284-C541C666E2C5}"/>
              </a:ext>
            </a:extLst>
          </p:cNvPr>
          <p:cNvSpPr/>
          <p:nvPr/>
        </p:nvSpPr>
        <p:spPr>
          <a:xfrm>
            <a:off x="3171148" y="1354611"/>
            <a:ext cx="3730583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D73D0-B068-739A-E3D0-5187EFB39333}"/>
              </a:ext>
            </a:extLst>
          </p:cNvPr>
          <p:cNvSpPr/>
          <p:nvPr/>
        </p:nvSpPr>
        <p:spPr>
          <a:xfrm>
            <a:off x="7050807" y="1070155"/>
            <a:ext cx="2690094" cy="404458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내부망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E190B47-0683-889C-3B37-7C4B845A3E4C}"/>
              </a:ext>
            </a:extLst>
          </p:cNvPr>
          <p:cNvSpPr/>
          <p:nvPr/>
        </p:nvSpPr>
        <p:spPr>
          <a:xfrm>
            <a:off x="7050807" y="1354611"/>
            <a:ext cx="2690093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8A0CA-B5CC-6100-0E29-B57FA5E76E5C}"/>
              </a:ext>
            </a:extLst>
          </p:cNvPr>
          <p:cNvSpPr txBox="1"/>
          <p:nvPr/>
        </p:nvSpPr>
        <p:spPr>
          <a:xfrm>
            <a:off x="7197815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Pack Import</a:t>
            </a:r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0A4E0-D6BA-1AFC-2015-C24D97997EB2}"/>
              </a:ext>
            </a:extLst>
          </p:cNvPr>
          <p:cNvSpPr txBox="1"/>
          <p:nvPr/>
        </p:nvSpPr>
        <p:spPr>
          <a:xfrm>
            <a:off x="8080409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챗봇 서비스 운영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CFFBE8-7E26-5718-FEDD-DB2063E05B56}"/>
              </a:ext>
            </a:extLst>
          </p:cNvPr>
          <p:cNvSpPr txBox="1"/>
          <p:nvPr/>
        </p:nvSpPr>
        <p:spPr>
          <a:xfrm>
            <a:off x="8963004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운영</a:t>
            </a:r>
            <a:r>
              <a:rPr lang="en-US" altLang="ko-KR" sz="800" b="1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 b="1">
                <a:solidFill>
                  <a:srgbClr val="032253"/>
                </a:solidFill>
                <a:latin typeface="+mn-ea"/>
              </a:rPr>
              <a:t>모니터링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6DE325D-D6EC-851B-6216-EE29E8802AC0}"/>
              </a:ext>
            </a:extLst>
          </p:cNvPr>
          <p:cNvSpPr/>
          <p:nvPr/>
        </p:nvSpPr>
        <p:spPr>
          <a:xfrm>
            <a:off x="7922628" y="1530379"/>
            <a:ext cx="95415" cy="67586"/>
          </a:xfrm>
          <a:prstGeom prst="rightArrow">
            <a:avLst/>
          </a:prstGeom>
          <a:solidFill>
            <a:srgbClr val="9AB4DB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B57BEAC2-48E8-0707-3B6B-CADD94C3B3F4}"/>
              </a:ext>
            </a:extLst>
          </p:cNvPr>
          <p:cNvSpPr/>
          <p:nvPr/>
        </p:nvSpPr>
        <p:spPr>
          <a:xfrm>
            <a:off x="8785344" y="1530379"/>
            <a:ext cx="95415" cy="67586"/>
          </a:xfrm>
          <a:prstGeom prst="rightArrow">
            <a:avLst/>
          </a:prstGeom>
          <a:solidFill>
            <a:srgbClr val="9AB4DB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E35DB-5756-7A33-0DFB-DA039F73307C}"/>
              </a:ext>
            </a:extLst>
          </p:cNvPr>
          <p:cNvSpPr txBox="1"/>
          <p:nvPr/>
        </p:nvSpPr>
        <p:spPr>
          <a:xfrm>
            <a:off x="3259994" y="1406700"/>
            <a:ext cx="532096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Source </a:t>
            </a:r>
            <a:r>
              <a:rPr lang="ko-KR" altLang="en-US"/>
              <a:t>준비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E8233F-7726-4676-629F-A61A5A5BBA57}"/>
              </a:ext>
            </a:extLst>
          </p:cNvPr>
          <p:cNvSpPr txBox="1"/>
          <p:nvPr/>
        </p:nvSpPr>
        <p:spPr>
          <a:xfrm>
            <a:off x="4643461" y="1406700"/>
            <a:ext cx="585306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ko-KR" altLang="en-US"/>
              <a:t>실행 연결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1B0D1F-8D74-E860-EEC2-89F397E18F4B}"/>
              </a:ext>
            </a:extLst>
          </p:cNvPr>
          <p:cNvSpPr txBox="1"/>
          <p:nvPr/>
        </p:nvSpPr>
        <p:spPr>
          <a:xfrm>
            <a:off x="5332534" y="1406700"/>
            <a:ext cx="708221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Pack </a:t>
            </a:r>
            <a:r>
              <a:rPr lang="ko-KR" altLang="en-US"/>
              <a:t>검증</a:t>
            </a:r>
            <a:r>
              <a:rPr lang="en-US" altLang="ko-KR"/>
              <a:t>/Build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E7A899-DC49-5DF2-CAD4-1964BB6A3A6C}"/>
              </a:ext>
            </a:extLst>
          </p:cNvPr>
          <p:cNvSpPr txBox="1"/>
          <p:nvPr/>
        </p:nvSpPr>
        <p:spPr>
          <a:xfrm>
            <a:off x="6144522" y="1406700"/>
            <a:ext cx="708221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ko-KR" altLang="en-US"/>
              <a:t>배포 패키지 생성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6C19D4-CEB5-260A-1102-E040F8D2B517}"/>
              </a:ext>
            </a:extLst>
          </p:cNvPr>
          <p:cNvSpPr txBox="1"/>
          <p:nvPr/>
        </p:nvSpPr>
        <p:spPr>
          <a:xfrm>
            <a:off x="3895857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LLM </a:t>
            </a:r>
            <a:r>
              <a:rPr lang="ko-KR" altLang="en-US"/>
              <a:t>기반 </a:t>
            </a:r>
            <a:r>
              <a:rPr lang="en-US" altLang="ko-KR"/>
              <a:t>Intent </a:t>
            </a:r>
            <a:r>
              <a:rPr lang="ko-KR" altLang="en-US"/>
              <a:t>설계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28551CD-8AA2-7A32-631A-644D1D307BB4}"/>
              </a:ext>
            </a:extLst>
          </p:cNvPr>
          <p:cNvGrpSpPr/>
          <p:nvPr/>
        </p:nvGrpSpPr>
        <p:grpSpPr>
          <a:xfrm>
            <a:off x="236538" y="1901324"/>
            <a:ext cx="1784768" cy="4493009"/>
            <a:chOff x="236539" y="1901324"/>
            <a:chExt cx="1784769" cy="4493009"/>
          </a:xfrm>
        </p:grpSpPr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A93F44D0-E896-6B47-6521-399589908C60}"/>
                </a:ext>
              </a:extLst>
            </p:cNvPr>
            <p:cNvSpPr/>
            <p:nvPr/>
          </p:nvSpPr>
          <p:spPr>
            <a:xfrm>
              <a:off x="236539" y="1901324"/>
              <a:ext cx="1784769" cy="404458"/>
            </a:xfrm>
            <a:prstGeom prst="roundRect">
              <a:avLst>
                <a:gd name="adj" fmla="val 12903"/>
              </a:avLst>
            </a:prstGeom>
            <a:solidFill>
              <a:srgbClr val="001755"/>
            </a:solidFill>
            <a:ln w="12700">
              <a:solidFill>
                <a:srgbClr val="001755"/>
              </a:solidFill>
              <a:prstDash val="solid"/>
            </a:ln>
          </p:spPr>
          <p:txBody>
            <a:bodyPr anchor="t"/>
            <a:lstStyle/>
            <a:p>
              <a:pPr algn="ctr"/>
              <a:r>
                <a:rPr lang="ko-KR" altLang="en-US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 플랫폼</a:t>
              </a:r>
              <a:r>
                <a:rPr lang="en-US" altLang="ko-KR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(JWP </a:t>
              </a:r>
              <a:r>
                <a:rPr lang="ko-KR" altLang="en-US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제공</a:t>
              </a:r>
              <a:r>
                <a:rPr lang="en-US" altLang="ko-KR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F42287F-AC7E-1357-7868-DD32B89F9ED8}"/>
                </a:ext>
              </a:extLst>
            </p:cNvPr>
            <p:cNvSpPr/>
            <p:nvPr/>
          </p:nvSpPr>
          <p:spPr>
            <a:xfrm>
              <a:off x="236539" y="2185779"/>
              <a:ext cx="1784768" cy="4208554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20691EF8-261E-ECD3-65FE-617C48DEB71E}"/>
                </a:ext>
              </a:extLst>
            </p:cNvPr>
            <p:cNvGrpSpPr/>
            <p:nvPr/>
          </p:nvGrpSpPr>
          <p:grpSpPr>
            <a:xfrm>
              <a:off x="344185" y="2316574"/>
              <a:ext cx="1619530" cy="755926"/>
              <a:chOff x="344184" y="2305782"/>
              <a:chExt cx="1619529" cy="914671"/>
            </a:xfrm>
          </p:grpSpPr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084CBC59-4A64-9CBE-7569-9A320E12C170}"/>
                  </a:ext>
                </a:extLst>
              </p:cNvPr>
              <p:cNvSpPr/>
              <p:nvPr/>
            </p:nvSpPr>
            <p:spPr>
              <a:xfrm>
                <a:off x="344184" y="2305782"/>
                <a:ext cx="1619529" cy="914671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66D1444E-E488-4387-2591-63185EB7747B}"/>
                  </a:ext>
                </a:extLst>
              </p:cNvPr>
              <p:cNvSpPr/>
              <p:nvPr/>
            </p:nvSpPr>
            <p:spPr>
              <a:xfrm>
                <a:off x="439328" y="241433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Query Preprocessor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9B026FE-623A-5242-41B7-AA4E6D87ED47}"/>
                  </a:ext>
                </a:extLst>
              </p:cNvPr>
              <p:cNvSpPr/>
              <p:nvPr/>
            </p:nvSpPr>
            <p:spPr>
              <a:xfrm>
                <a:off x="439328" y="257425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Intent Matcher Engine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C56D030C-E9CB-1006-376C-03198510CBCF}"/>
                  </a:ext>
                </a:extLst>
              </p:cNvPr>
              <p:cNvSpPr/>
              <p:nvPr/>
            </p:nvSpPr>
            <p:spPr>
              <a:xfrm>
                <a:off x="439328" y="273417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Entity Extractor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2476B8BB-A522-7DDB-2DE1-AAC2ABEB1C39}"/>
                  </a:ext>
                </a:extLst>
              </p:cNvPr>
              <p:cNvSpPr/>
              <p:nvPr/>
            </p:nvSpPr>
            <p:spPr>
              <a:xfrm>
                <a:off x="439328" y="289408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Confidence Scorer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C2E46E9C-9494-ED18-9699-39A6E7A26424}"/>
                  </a:ext>
                </a:extLst>
              </p:cNvPr>
              <p:cNvSpPr/>
              <p:nvPr/>
            </p:nvSpPr>
            <p:spPr>
              <a:xfrm>
                <a:off x="444102" y="305400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Action Orchestrator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617AACFB-3F5A-8CDB-CE3E-3FB476DB21D5}"/>
                </a:ext>
              </a:extLst>
            </p:cNvPr>
            <p:cNvGrpSpPr/>
            <p:nvPr/>
          </p:nvGrpSpPr>
          <p:grpSpPr>
            <a:xfrm>
              <a:off x="344185" y="3195045"/>
              <a:ext cx="1619530" cy="648040"/>
              <a:chOff x="344184" y="3376393"/>
              <a:chExt cx="1619529" cy="784128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945CA606-E58C-BDD3-9D0A-3E89C00D552D}"/>
                  </a:ext>
                </a:extLst>
              </p:cNvPr>
              <p:cNvSpPr/>
              <p:nvPr/>
            </p:nvSpPr>
            <p:spPr>
              <a:xfrm>
                <a:off x="344184" y="3376393"/>
                <a:ext cx="1619529" cy="784128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691622BD-4B58-A588-AC02-DFACC8C51FDD}"/>
                  </a:ext>
                </a:extLst>
              </p:cNvPr>
              <p:cNvSpPr/>
              <p:nvPr/>
            </p:nvSpPr>
            <p:spPr>
              <a:xfrm>
                <a:off x="439328" y="348494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Search Engine(OpenSearch)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12ED907C-BB80-1B8D-525B-C432DCA1C6CE}"/>
                  </a:ext>
                </a:extLst>
              </p:cNvPr>
              <p:cNvSpPr/>
              <p:nvPr/>
            </p:nvSpPr>
            <p:spPr>
              <a:xfrm>
                <a:off x="439328" y="364486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RAG Pipeline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B16DBCF-FCEA-7AA5-D837-CE9D8811BC73}"/>
                  </a:ext>
                </a:extLst>
              </p:cNvPr>
              <p:cNvSpPr/>
              <p:nvPr/>
            </p:nvSpPr>
            <p:spPr>
              <a:xfrm>
                <a:off x="439328" y="380478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Document Parser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9F7720A-9F2D-5FC2-78B4-AD35345938E6}"/>
                  </a:ext>
                </a:extLst>
              </p:cNvPr>
              <p:cNvSpPr/>
              <p:nvPr/>
            </p:nvSpPr>
            <p:spPr>
              <a:xfrm>
                <a:off x="439328" y="396469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FAQ/Manual Indexer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C8F3133D-AF5C-B031-9616-827214C5CFA6}"/>
                </a:ext>
              </a:extLst>
            </p:cNvPr>
            <p:cNvGrpSpPr/>
            <p:nvPr/>
          </p:nvGrpSpPr>
          <p:grpSpPr>
            <a:xfrm>
              <a:off x="337095" y="4008829"/>
              <a:ext cx="1619530" cy="648040"/>
              <a:chOff x="344184" y="4344133"/>
              <a:chExt cx="1619529" cy="784128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98F2C111-90B8-2F7E-F040-147DE4BAD5FB}"/>
                  </a:ext>
                </a:extLst>
              </p:cNvPr>
              <p:cNvSpPr/>
              <p:nvPr/>
            </p:nvSpPr>
            <p:spPr>
              <a:xfrm>
                <a:off x="344184" y="4344133"/>
                <a:ext cx="1619529" cy="784128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F728DE0B-AD70-7697-DFD3-EFA18FC4B07E}"/>
                  </a:ext>
                </a:extLst>
              </p:cNvPr>
              <p:cNvSpPr/>
              <p:nvPr/>
            </p:nvSpPr>
            <p:spPr>
              <a:xfrm>
                <a:off x="439328" y="445268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API Gateway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83430712-AB11-F8C0-136A-78F6A6DA9992}"/>
                  </a:ext>
                </a:extLst>
              </p:cNvPr>
              <p:cNvSpPr/>
              <p:nvPr/>
            </p:nvSpPr>
            <p:spPr>
              <a:xfrm>
                <a:off x="439328" y="461260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SQL Executor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4A8892A2-2568-E228-BD13-F0B5074A4B1A}"/>
                  </a:ext>
                </a:extLst>
              </p:cNvPr>
              <p:cNvSpPr/>
              <p:nvPr/>
            </p:nvSpPr>
            <p:spPr>
              <a:xfrm>
                <a:off x="439328" y="477252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Screen Navigator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ECEF680-015B-84BF-6F4D-F7628652921F}"/>
                  </a:ext>
                </a:extLst>
              </p:cNvPr>
              <p:cNvSpPr/>
              <p:nvPr/>
            </p:nvSpPr>
            <p:spPr>
              <a:xfrm>
                <a:off x="439328" y="493243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External Connector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FDF4CC6-5A38-C5FA-3013-0A8360BB1058}"/>
                </a:ext>
              </a:extLst>
            </p:cNvPr>
            <p:cNvSpPr/>
            <p:nvPr/>
          </p:nvSpPr>
          <p:spPr>
            <a:xfrm>
              <a:off x="337095" y="4840253"/>
              <a:ext cx="1619530" cy="665197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endParaRPr lang="ko-KR" altLang="en-US" sz="800" b="1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F7E820-6BD5-7101-A332-173100A13917}"/>
                </a:ext>
              </a:extLst>
            </p:cNvPr>
            <p:cNvSpPr txBox="1"/>
            <p:nvPr/>
          </p:nvSpPr>
          <p:spPr>
            <a:xfrm>
              <a:off x="288255" y="4712270"/>
              <a:ext cx="15103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System &amp; Infrastructure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C5BA6E78-A763-E493-2980-CCBCBC877BAF}"/>
                </a:ext>
              </a:extLst>
            </p:cNvPr>
            <p:cNvSpPr/>
            <p:nvPr/>
          </p:nvSpPr>
          <p:spPr>
            <a:xfrm>
              <a:off x="423273" y="494946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Pack Loader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3B4EBB21-BF42-20B2-C267-E7BE6E92B4A6}"/>
                </a:ext>
              </a:extLst>
            </p:cNvPr>
            <p:cNvSpPr/>
            <p:nvPr/>
          </p:nvSpPr>
          <p:spPr>
            <a:xfrm>
              <a:off x="1172493" y="494946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Manager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998695ED-979D-243C-8639-C6502FCADCEC}"/>
                </a:ext>
              </a:extLst>
            </p:cNvPr>
            <p:cNvSpPr/>
            <p:nvPr/>
          </p:nvSpPr>
          <p:spPr>
            <a:xfrm>
              <a:off x="423273" y="5126940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Config Mansger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E281FF55-3FA1-604F-A2F6-F5EFF1F812DA}"/>
                </a:ext>
              </a:extLst>
            </p:cNvPr>
            <p:cNvSpPr/>
            <p:nvPr/>
          </p:nvSpPr>
          <p:spPr>
            <a:xfrm>
              <a:off x="1172493" y="5126940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Audit Logger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99F0CC0-C482-7DF7-E1D3-EFEAF28E2E28}"/>
                </a:ext>
              </a:extLst>
            </p:cNvPr>
            <p:cNvSpPr/>
            <p:nvPr/>
          </p:nvSpPr>
          <p:spPr>
            <a:xfrm>
              <a:off x="423273" y="531599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Job Scheduler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754C1AEB-D43C-B25E-434C-489F46D72338}"/>
                </a:ext>
              </a:extLst>
            </p:cNvPr>
            <p:cNvSpPr/>
            <p:nvPr/>
          </p:nvSpPr>
          <p:spPr>
            <a:xfrm>
              <a:off x="1172493" y="531599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Manager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6691BF-1564-25A0-7B20-0BDB957C849D}"/>
                </a:ext>
              </a:extLst>
            </p:cNvPr>
            <p:cNvSpPr txBox="1"/>
            <p:nvPr/>
          </p:nvSpPr>
          <p:spPr>
            <a:xfrm>
              <a:off x="295345" y="2181610"/>
              <a:ext cx="851515" cy="1907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Core Engine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D33E0A-B1CC-D014-101B-82C7D7079656}"/>
                </a:ext>
              </a:extLst>
            </p:cNvPr>
            <p:cNvSpPr txBox="1"/>
            <p:nvPr/>
          </p:nvSpPr>
          <p:spPr>
            <a:xfrm>
              <a:off x="295345" y="3063788"/>
              <a:ext cx="13404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7793E"/>
                  </a:solidFill>
                  <a:latin typeface="+mj-ea"/>
                  <a:ea typeface="+mj-ea"/>
                </a:rPr>
                <a:t>Search &amp; Knowledge</a:t>
              </a:r>
              <a:endParaRPr lang="ko-KR" altLang="en-US" sz="900" b="1">
                <a:solidFill>
                  <a:srgbClr val="07793E"/>
                </a:solidFill>
                <a:latin typeface="+mj-ea"/>
                <a:ea typeface="+mj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CDC63F1-9D5D-ECD7-6DD6-64AC2C7C6852}"/>
                </a:ext>
              </a:extLst>
            </p:cNvPr>
            <p:cNvSpPr txBox="1"/>
            <p:nvPr/>
          </p:nvSpPr>
          <p:spPr>
            <a:xfrm>
              <a:off x="288254" y="3866142"/>
              <a:ext cx="13356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Integration &amp; Action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8239DAE6-4CB9-174D-10CD-091FE5A33939}"/>
                </a:ext>
              </a:extLst>
            </p:cNvPr>
            <p:cNvSpPr/>
            <p:nvPr/>
          </p:nvSpPr>
          <p:spPr>
            <a:xfrm>
              <a:off x="344184" y="5629635"/>
              <a:ext cx="1619530" cy="648040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endParaRPr lang="ko-KR" altLang="en-US" sz="800" b="1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640813F-4101-F752-260E-66F4BFF408A7}"/>
                </a:ext>
              </a:extLst>
            </p:cNvPr>
            <p:cNvSpPr txBox="1"/>
            <p:nvPr/>
          </p:nvSpPr>
          <p:spPr>
            <a:xfrm>
              <a:off x="295344" y="5505450"/>
              <a:ext cx="6254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7793E"/>
                  </a:solidFill>
                  <a:latin typeface="+mj-ea"/>
                  <a:ea typeface="+mj-ea"/>
                </a:rPr>
                <a:t>Security</a:t>
              </a:r>
              <a:endParaRPr lang="ko-KR" altLang="en-US" sz="900" b="1">
                <a:solidFill>
                  <a:srgbClr val="07793E"/>
                </a:solidFill>
                <a:latin typeface="+mj-ea"/>
                <a:ea typeface="+mj-ea"/>
              </a:endParaRPr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CF9D0F20-5C44-C6CC-D296-5458AFCD63D5}"/>
                </a:ext>
              </a:extLst>
            </p:cNvPr>
            <p:cNvSpPr/>
            <p:nvPr/>
          </p:nvSpPr>
          <p:spPr>
            <a:xfrm>
              <a:off x="423272" y="573400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AuthN/AuthZ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C0C1246-7982-6856-A760-284AEEBD2A79}"/>
                </a:ext>
              </a:extLst>
            </p:cNvPr>
            <p:cNvSpPr/>
            <p:nvPr/>
          </p:nvSpPr>
          <p:spPr>
            <a:xfrm>
              <a:off x="1172492" y="573400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Role&amp;Permission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07513F1E-3E1A-1445-6BB8-8E070D2C76B1}"/>
                </a:ext>
              </a:extLst>
            </p:cNvPr>
            <p:cNvSpPr/>
            <p:nvPr/>
          </p:nvSpPr>
          <p:spPr>
            <a:xfrm>
              <a:off x="423272" y="591148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Data Masking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4E49AEC-0F86-9F2A-FB24-83FD10FCC8EF}"/>
                </a:ext>
              </a:extLst>
            </p:cNvPr>
            <p:cNvSpPr/>
            <p:nvPr/>
          </p:nvSpPr>
          <p:spPr>
            <a:xfrm>
              <a:off x="1172492" y="591148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Encryption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E9F439E0-5FC7-1998-6375-21AE1ADF4C8F}"/>
                </a:ext>
              </a:extLst>
            </p:cNvPr>
            <p:cNvSpPr/>
            <p:nvPr/>
          </p:nvSpPr>
          <p:spPr>
            <a:xfrm>
              <a:off x="423272" y="6100536"/>
              <a:ext cx="147047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Aduit &amp; Compliance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6" name="Shape 8">
            <a:extLst>
              <a:ext uri="{FF2B5EF4-FFF2-40B4-BE49-F238E27FC236}">
                <a16:creationId xmlns:a16="http://schemas.microsoft.com/office/drawing/2014/main" id="{97E48891-BF54-1379-944B-4A86536BA1B3}"/>
              </a:ext>
            </a:extLst>
          </p:cNvPr>
          <p:cNvSpPr/>
          <p:nvPr/>
        </p:nvSpPr>
        <p:spPr>
          <a:xfrm>
            <a:off x="2109284" y="1901324"/>
            <a:ext cx="6271424" cy="404458"/>
          </a:xfrm>
          <a:prstGeom prst="roundRect">
            <a:avLst>
              <a:gd name="adj" fmla="val 12903"/>
            </a:avLst>
          </a:prstGeom>
          <a:solidFill>
            <a:srgbClr val="001755"/>
          </a:solidFill>
          <a:ln w="12700">
            <a:solidFill>
              <a:srgbClr val="001755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챗봇 서비스 런타임 아키텍처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82E75116-2CAB-0DE1-CEC9-5323F1907429}"/>
              </a:ext>
            </a:extLst>
          </p:cNvPr>
          <p:cNvSpPr/>
          <p:nvPr/>
        </p:nvSpPr>
        <p:spPr>
          <a:xfrm>
            <a:off x="2109284" y="2181610"/>
            <a:ext cx="6271423" cy="4208554"/>
          </a:xfrm>
          <a:prstGeom prst="roundRect">
            <a:avLst>
              <a:gd name="adj" fmla="val 82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FAA31D2-28E4-A197-8D08-C233964F1C2F}"/>
              </a:ext>
            </a:extLst>
          </p:cNvPr>
          <p:cNvGrpSpPr/>
          <p:nvPr/>
        </p:nvGrpSpPr>
        <p:grpSpPr>
          <a:xfrm>
            <a:off x="2158309" y="2251901"/>
            <a:ext cx="6161411" cy="1336908"/>
            <a:chOff x="1235660" y="2115314"/>
            <a:chExt cx="6161411" cy="1336908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87E8A754-A4F3-2F9B-95B9-D62C4FB2A35A}"/>
                </a:ext>
              </a:extLst>
            </p:cNvPr>
            <p:cNvGrpSpPr/>
            <p:nvPr/>
          </p:nvGrpSpPr>
          <p:grpSpPr>
            <a:xfrm>
              <a:off x="1235660" y="2115314"/>
              <a:ext cx="831075" cy="1325489"/>
              <a:chOff x="1235660" y="2115314"/>
              <a:chExt cx="831075" cy="1325489"/>
            </a:xfrm>
          </p:grpSpPr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1F7A1F34-886E-B87E-6A47-B54EF60FD1A9}"/>
                  </a:ext>
                </a:extLst>
              </p:cNvPr>
              <p:cNvSpPr/>
              <p:nvPr/>
            </p:nvSpPr>
            <p:spPr>
              <a:xfrm>
                <a:off x="1235660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1.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입력 처리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(Input)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EABEEA2C-0B1C-1201-D7EF-7F5F4C4F4F16}"/>
                  </a:ext>
                </a:extLst>
              </p:cNvPr>
              <p:cNvSpPr/>
              <p:nvPr/>
            </p:nvSpPr>
            <p:spPr>
              <a:xfrm>
                <a:off x="1284484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사용자 입력  수신</a:t>
                </a:r>
              </a:p>
            </p:txBody>
          </p:sp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6291FACE-57F2-2BFE-C099-BAC7C96C599A}"/>
                  </a:ext>
                </a:extLst>
              </p:cNvPr>
              <p:cNvSpPr/>
              <p:nvPr/>
            </p:nvSpPr>
            <p:spPr>
              <a:xfrm>
                <a:off x="1284484" y="2646322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채널 연동 어댑터</a:t>
                </a:r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A6FCA67F-1CF1-212E-2315-7C93C022C46D}"/>
                  </a:ext>
                </a:extLst>
              </p:cNvPr>
              <p:cNvSpPr/>
              <p:nvPr/>
            </p:nvSpPr>
            <p:spPr>
              <a:xfrm>
                <a:off x="1284484" y="2908936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언어 감지</a:t>
                </a:r>
              </a:p>
            </p:txBody>
          </p:sp>
          <p:sp>
            <p:nvSpPr>
              <p:cNvPr id="157" name="사각형: 둥근 모서리 156">
                <a:extLst>
                  <a:ext uri="{FF2B5EF4-FFF2-40B4-BE49-F238E27FC236}">
                    <a16:creationId xmlns:a16="http://schemas.microsoft.com/office/drawing/2014/main" id="{8F87FE84-0235-0578-0B80-3FE6FA78E064}"/>
                  </a:ext>
                </a:extLst>
              </p:cNvPr>
              <p:cNvSpPr/>
              <p:nvPr/>
            </p:nvSpPr>
            <p:spPr>
              <a:xfrm>
                <a:off x="1284484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텍스트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정제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정규화</a:t>
                </a: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853CA55-0BA8-0B7F-6B87-FC5918971645}"/>
                </a:ext>
              </a:extLst>
            </p:cNvPr>
            <p:cNvGrpSpPr/>
            <p:nvPr/>
          </p:nvGrpSpPr>
          <p:grpSpPr>
            <a:xfrm>
              <a:off x="2161491" y="2115314"/>
              <a:ext cx="831075" cy="1325489"/>
              <a:chOff x="2331973" y="2115314"/>
              <a:chExt cx="831075" cy="1325489"/>
            </a:xfrm>
          </p:grpSpPr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E14E7BBA-D109-88BA-7B18-C8BF6F79622B}"/>
                  </a:ext>
                </a:extLst>
              </p:cNvPr>
              <p:cNvSpPr/>
              <p:nvPr/>
            </p:nvSpPr>
            <p:spPr>
              <a:xfrm>
                <a:off x="2331973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2.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의도분석 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(NLU)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56B6BE28-C748-5F94-3DEA-7A7EF6A8BD02}"/>
                  </a:ext>
                </a:extLst>
              </p:cNvPr>
              <p:cNvSpPr/>
              <p:nvPr/>
            </p:nvSpPr>
            <p:spPr>
              <a:xfrm>
                <a:off x="2380797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Intent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 매칭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15F59810-A8F0-A8A4-45DC-BE2DEC7BC20E}"/>
                  </a:ext>
                </a:extLst>
              </p:cNvPr>
              <p:cNvSpPr/>
              <p:nvPr/>
            </p:nvSpPr>
            <p:spPr>
              <a:xfrm>
                <a:off x="2380797" y="2646322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Entity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 추출</a:t>
                </a:r>
              </a:p>
            </p:txBody>
          </p:sp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635E54B2-442F-1D10-EF99-4FE769DA1AB9}"/>
                  </a:ext>
                </a:extLst>
              </p:cNvPr>
              <p:cNvSpPr/>
              <p:nvPr/>
            </p:nvSpPr>
            <p:spPr>
              <a:xfrm>
                <a:off x="2380797" y="2908936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동의어 처리</a:t>
                </a: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C035C81D-DFDA-3EAA-C34C-AF4AD6FDF0A4}"/>
                  </a:ext>
                </a:extLst>
              </p:cNvPr>
              <p:cNvSpPr/>
              <p:nvPr/>
            </p:nvSpPr>
            <p:spPr>
              <a:xfrm>
                <a:off x="2380797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Confidence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산정</a:t>
                </a: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2FC97A21-6447-2B79-B441-F2D0354049BA}"/>
                </a:ext>
              </a:extLst>
            </p:cNvPr>
            <p:cNvGrpSpPr/>
            <p:nvPr/>
          </p:nvGrpSpPr>
          <p:grpSpPr>
            <a:xfrm>
              <a:off x="3056324" y="2115314"/>
              <a:ext cx="831075" cy="1325489"/>
              <a:chOff x="3423038" y="2115314"/>
              <a:chExt cx="831075" cy="1325489"/>
            </a:xfrm>
          </p:grpSpPr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88EEA876-3743-7AF6-33D9-AB4BBAAF7909}"/>
                  </a:ext>
                </a:extLst>
              </p:cNvPr>
              <p:cNvSpPr/>
              <p:nvPr/>
            </p:nvSpPr>
            <p:spPr>
              <a:xfrm>
                <a:off x="3423038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3.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판단 및 라우팅</a:t>
                </a:r>
              </a:p>
            </p:txBody>
          </p:sp>
          <p:sp>
            <p:nvSpPr>
              <p:cNvPr id="145" name="사각형: 둥근 모서리 144">
                <a:extLst>
                  <a:ext uri="{FF2B5EF4-FFF2-40B4-BE49-F238E27FC236}">
                    <a16:creationId xmlns:a16="http://schemas.microsoft.com/office/drawing/2014/main" id="{CB037E74-E4F6-E9E7-4EBE-CEC3CDC7C925}"/>
                  </a:ext>
                </a:extLst>
              </p:cNvPr>
              <p:cNvSpPr/>
              <p:nvPr/>
            </p:nvSpPr>
            <p:spPr>
              <a:xfrm>
                <a:off x="3471862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신뢰도 판단</a:t>
                </a:r>
              </a:p>
            </p:txBody>
          </p:sp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808BFD7A-A584-F49D-AB6A-675FFEAB29F5}"/>
                  </a:ext>
                </a:extLst>
              </p:cNvPr>
              <p:cNvSpPr/>
              <p:nvPr/>
            </p:nvSpPr>
            <p:spPr>
              <a:xfrm>
                <a:off x="3471862" y="2646322"/>
                <a:ext cx="721252" cy="475763"/>
              </a:xfrm>
              <a:prstGeom prst="roundRect">
                <a:avLst>
                  <a:gd name="adj" fmla="val 8523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Action/Search /Fallback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라우팅</a:t>
                </a:r>
              </a:p>
            </p:txBody>
          </p:sp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FC769010-E045-074D-0864-1AC0F84EF4E4}"/>
                  </a:ext>
                </a:extLst>
              </p:cNvPr>
              <p:cNvSpPr/>
              <p:nvPr/>
            </p:nvSpPr>
            <p:spPr>
              <a:xfrm>
                <a:off x="3471862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권한 체크</a:t>
                </a: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AA2FA98-FCEB-806E-6F64-81F2834BD3CC}"/>
                </a:ext>
              </a:extLst>
            </p:cNvPr>
            <p:cNvGrpSpPr/>
            <p:nvPr/>
          </p:nvGrpSpPr>
          <p:grpSpPr>
            <a:xfrm>
              <a:off x="5651887" y="2126733"/>
              <a:ext cx="831075" cy="1325489"/>
              <a:chOff x="6913807" y="2134482"/>
              <a:chExt cx="831075" cy="1325489"/>
            </a:xfrm>
          </p:grpSpPr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73B6F5DF-7559-F78A-5C1F-6385CCD9A2F9}"/>
                  </a:ext>
                </a:extLst>
              </p:cNvPr>
              <p:cNvSpPr/>
              <p:nvPr/>
            </p:nvSpPr>
            <p:spPr>
              <a:xfrm>
                <a:off x="6913807" y="2134482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5.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응답 생성 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(Response)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40" name="사각형: 둥근 모서리 139">
                <a:extLst>
                  <a:ext uri="{FF2B5EF4-FFF2-40B4-BE49-F238E27FC236}">
                    <a16:creationId xmlns:a16="http://schemas.microsoft.com/office/drawing/2014/main" id="{7D364431-CAC9-8C8B-5213-0611C6A458F9}"/>
                  </a:ext>
                </a:extLst>
              </p:cNvPr>
              <p:cNvSpPr/>
              <p:nvPr/>
            </p:nvSpPr>
            <p:spPr>
              <a:xfrm>
                <a:off x="6962631" y="2402875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응답 템플릿 매핑</a:t>
                </a:r>
              </a:p>
            </p:txBody>
          </p:sp>
          <p:sp>
            <p:nvSpPr>
              <p:cNvPr id="141" name="사각형: 둥근 모서리 140">
                <a:extLst>
                  <a:ext uri="{FF2B5EF4-FFF2-40B4-BE49-F238E27FC236}">
                    <a16:creationId xmlns:a16="http://schemas.microsoft.com/office/drawing/2014/main" id="{B588E394-205D-9984-0663-9BC5EB841307}"/>
                  </a:ext>
                </a:extLst>
              </p:cNvPr>
              <p:cNvSpPr/>
              <p:nvPr/>
            </p:nvSpPr>
            <p:spPr>
              <a:xfrm>
                <a:off x="6962631" y="266549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LLM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기반 응답생성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선택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)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8A6D137E-C553-788C-5DFD-94BB5F22DA9D}"/>
                  </a:ext>
                </a:extLst>
              </p:cNvPr>
              <p:cNvSpPr/>
              <p:nvPr/>
            </p:nvSpPr>
            <p:spPr>
              <a:xfrm>
                <a:off x="6962631" y="2928104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출처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근거 첨부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3645B9F4-FA04-2566-B71A-C123F082C57F}"/>
                  </a:ext>
                </a:extLst>
              </p:cNvPr>
              <p:cNvSpPr/>
              <p:nvPr/>
            </p:nvSpPr>
            <p:spPr>
              <a:xfrm>
                <a:off x="6962631" y="3190718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응답 포맷팅</a:t>
                </a:r>
              </a:p>
            </p:txBody>
          </p:sp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58DAFA11-9310-B6F6-2F4C-0380D498F8A3}"/>
                </a:ext>
              </a:extLst>
            </p:cNvPr>
            <p:cNvGrpSpPr/>
            <p:nvPr/>
          </p:nvGrpSpPr>
          <p:grpSpPr>
            <a:xfrm>
              <a:off x="6565996" y="2126733"/>
              <a:ext cx="831075" cy="1325489"/>
              <a:chOff x="7995715" y="2134482"/>
              <a:chExt cx="831075" cy="1325489"/>
            </a:xfrm>
          </p:grpSpPr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8395982D-030D-8A53-F25A-58FAF8270028}"/>
                  </a:ext>
                </a:extLst>
              </p:cNvPr>
              <p:cNvSpPr/>
              <p:nvPr/>
            </p:nvSpPr>
            <p:spPr>
              <a:xfrm>
                <a:off x="7995715" y="2134482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6.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응답 전달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(Output)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5984F6F8-7202-A4A7-D7C1-83D95076545E}"/>
                  </a:ext>
                </a:extLst>
              </p:cNvPr>
              <p:cNvSpPr/>
              <p:nvPr/>
            </p:nvSpPr>
            <p:spPr>
              <a:xfrm>
                <a:off x="8044539" y="2402875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사용자 입력  수신</a:t>
                </a:r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EB6CC74-946F-A0A0-2D6D-86CC080AA704}"/>
                  </a:ext>
                </a:extLst>
              </p:cNvPr>
              <p:cNvSpPr/>
              <p:nvPr/>
            </p:nvSpPr>
            <p:spPr>
              <a:xfrm>
                <a:off x="8044539" y="266549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채널 연동 어댑터</a:t>
                </a:r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124B61B7-E5A5-701A-E013-FDD9E2A01A16}"/>
                  </a:ext>
                </a:extLst>
              </p:cNvPr>
              <p:cNvSpPr/>
              <p:nvPr/>
            </p:nvSpPr>
            <p:spPr>
              <a:xfrm>
                <a:off x="8044539" y="2928104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언어 감지</a:t>
                </a:r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8C15ADF3-06F3-C625-C80A-26712B93A1FD}"/>
                  </a:ext>
                </a:extLst>
              </p:cNvPr>
              <p:cNvSpPr/>
              <p:nvPr/>
            </p:nvSpPr>
            <p:spPr>
              <a:xfrm>
                <a:off x="8044539" y="3190718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텍스트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정제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정규화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92954B6-58F2-0A85-27CA-CCCB931DB5D1}"/>
                </a:ext>
              </a:extLst>
            </p:cNvPr>
            <p:cNvGrpSpPr/>
            <p:nvPr/>
          </p:nvGrpSpPr>
          <p:grpSpPr>
            <a:xfrm>
              <a:off x="3975316" y="2115314"/>
              <a:ext cx="1615698" cy="1325489"/>
              <a:chOff x="4413143" y="2115314"/>
              <a:chExt cx="1615698" cy="1325489"/>
            </a:xfrm>
          </p:grpSpPr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CAF478A2-CFC5-0663-BBEA-228978E128C2}"/>
                  </a:ext>
                </a:extLst>
              </p:cNvPr>
              <p:cNvSpPr/>
              <p:nvPr/>
            </p:nvSpPr>
            <p:spPr>
              <a:xfrm>
                <a:off x="4413143" y="2115314"/>
                <a:ext cx="1615698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4.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실행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(Execution)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407CFE18-1AAB-8923-FA85-2AECA181F889}"/>
                  </a:ext>
                </a:extLst>
              </p:cNvPr>
              <p:cNvSpPr/>
              <p:nvPr/>
            </p:nvSpPr>
            <p:spPr>
              <a:xfrm>
                <a:off x="4467224" y="2383707"/>
                <a:ext cx="736488" cy="1000992"/>
              </a:xfrm>
              <a:prstGeom prst="roundRect">
                <a:avLst>
                  <a:gd name="adj" fmla="val 11450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Action </a:t>
                </a:r>
                <a:r>
                  <a:rPr lang="ko-KR" altLang="en-US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145E6049-DC35-5FC0-766A-C5212B086496}"/>
                  </a:ext>
                </a:extLst>
              </p:cNvPr>
              <p:cNvSpPr/>
              <p:nvPr/>
            </p:nvSpPr>
            <p:spPr>
              <a:xfrm>
                <a:off x="4520933" y="2607572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API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호출</a:t>
                </a:r>
              </a:p>
            </p:txBody>
          </p:sp>
          <p:sp>
            <p:nvSpPr>
              <p:cNvPr id="128" name="사각형: 둥근 모서리 127">
                <a:extLst>
                  <a:ext uri="{FF2B5EF4-FFF2-40B4-BE49-F238E27FC236}">
                    <a16:creationId xmlns:a16="http://schemas.microsoft.com/office/drawing/2014/main" id="{335E2103-0D04-933A-4394-57BE3342259F}"/>
                  </a:ext>
                </a:extLst>
              </p:cNvPr>
              <p:cNvSpPr/>
              <p:nvPr/>
            </p:nvSpPr>
            <p:spPr>
              <a:xfrm>
                <a:off x="4520933" y="2870186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SQL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29" name="사각형: 둥근 모서리 128">
                <a:extLst>
                  <a:ext uri="{FF2B5EF4-FFF2-40B4-BE49-F238E27FC236}">
                    <a16:creationId xmlns:a16="http://schemas.microsoft.com/office/drawing/2014/main" id="{987A94E0-D7D2-BB0D-A7A8-CFBC2BCDAB62}"/>
                  </a:ext>
                </a:extLst>
              </p:cNvPr>
              <p:cNvSpPr/>
              <p:nvPr/>
            </p:nvSpPr>
            <p:spPr>
              <a:xfrm>
                <a:off x="4520933" y="3132800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화면이동</a:t>
                </a:r>
              </a:p>
            </p:txBody>
          </p:sp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5E6D1824-B83E-91E5-FF6B-50561F0F851C}"/>
                  </a:ext>
                </a:extLst>
              </p:cNvPr>
              <p:cNvSpPr/>
              <p:nvPr/>
            </p:nvSpPr>
            <p:spPr>
              <a:xfrm>
                <a:off x="5238265" y="2383707"/>
                <a:ext cx="736488" cy="1000992"/>
              </a:xfrm>
              <a:prstGeom prst="roundRect">
                <a:avLst>
                  <a:gd name="adj" fmla="val 11450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Search </a:t>
                </a:r>
                <a:r>
                  <a:rPr lang="ko-KR" altLang="en-US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15DB9999-0B0B-DDD5-BD26-133E1EFD395A}"/>
                  </a:ext>
                </a:extLst>
              </p:cNvPr>
              <p:cNvSpPr/>
              <p:nvPr/>
            </p:nvSpPr>
            <p:spPr>
              <a:xfrm>
                <a:off x="5291974" y="2607572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문서 검색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D1281E2B-0C58-D71B-52E0-E79B2D04EB12}"/>
                  </a:ext>
                </a:extLst>
              </p:cNvPr>
              <p:cNvSpPr/>
              <p:nvPr/>
            </p:nvSpPr>
            <p:spPr>
              <a:xfrm>
                <a:off x="5291974" y="2870186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FAQ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검색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52021CEB-4F5D-EB58-A7AD-A436E8CCBB75}"/>
                  </a:ext>
                </a:extLst>
              </p:cNvPr>
              <p:cNvSpPr/>
              <p:nvPr/>
            </p:nvSpPr>
            <p:spPr>
              <a:xfrm>
                <a:off x="5291974" y="3132800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검색</a:t>
                </a:r>
              </a:p>
            </p:txBody>
          </p:sp>
        </p:grpSp>
        <p:sp>
          <p:nvSpPr>
            <p:cNvPr id="120" name="화살표: 오른쪽 119">
              <a:extLst>
                <a:ext uri="{FF2B5EF4-FFF2-40B4-BE49-F238E27FC236}">
                  <a16:creationId xmlns:a16="http://schemas.microsoft.com/office/drawing/2014/main" id="{141086D3-D268-1C7B-D56A-FDCEE22EF23A}"/>
                </a:ext>
              </a:extLst>
            </p:cNvPr>
            <p:cNvSpPr/>
            <p:nvPr/>
          </p:nvSpPr>
          <p:spPr>
            <a:xfrm>
              <a:off x="299947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1" name="화살표: 오른쪽 120">
              <a:extLst>
                <a:ext uri="{FF2B5EF4-FFF2-40B4-BE49-F238E27FC236}">
                  <a16:creationId xmlns:a16="http://schemas.microsoft.com/office/drawing/2014/main" id="{5E1CF6B7-D2F2-ECB0-5342-B7D63DEA521B}"/>
                </a:ext>
              </a:extLst>
            </p:cNvPr>
            <p:cNvSpPr/>
            <p:nvPr/>
          </p:nvSpPr>
          <p:spPr>
            <a:xfrm>
              <a:off x="2093140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2" name="화살표: 오른쪽 121">
              <a:extLst>
                <a:ext uri="{FF2B5EF4-FFF2-40B4-BE49-F238E27FC236}">
                  <a16:creationId xmlns:a16="http://schemas.microsoft.com/office/drawing/2014/main" id="{1C54AABF-1E22-BA92-BA42-7344AF6E1DD1}"/>
                </a:ext>
              </a:extLst>
            </p:cNvPr>
            <p:cNvSpPr/>
            <p:nvPr/>
          </p:nvSpPr>
          <p:spPr>
            <a:xfrm>
              <a:off x="391014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3" name="화살표: 오른쪽 122">
              <a:extLst>
                <a:ext uri="{FF2B5EF4-FFF2-40B4-BE49-F238E27FC236}">
                  <a16:creationId xmlns:a16="http://schemas.microsoft.com/office/drawing/2014/main" id="{AB4A4A6F-8005-6CD8-007F-7573E1BDA64A}"/>
                </a:ext>
              </a:extLst>
            </p:cNvPr>
            <p:cNvSpPr/>
            <p:nvPr/>
          </p:nvSpPr>
          <p:spPr>
            <a:xfrm>
              <a:off x="5586718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4" name="화살표: 오른쪽 123">
              <a:extLst>
                <a:ext uri="{FF2B5EF4-FFF2-40B4-BE49-F238E27FC236}">
                  <a16:creationId xmlns:a16="http://schemas.microsoft.com/office/drawing/2014/main" id="{B0C819E9-066A-68AE-2D7E-12C1E8A2DEC3}"/>
                </a:ext>
              </a:extLst>
            </p:cNvPr>
            <p:cNvSpPr/>
            <p:nvPr/>
          </p:nvSpPr>
          <p:spPr>
            <a:xfrm>
              <a:off x="650082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</p:grpSp>
      <p:sp>
        <p:nvSpPr>
          <p:cNvPr id="159" name="Shape 8">
            <a:extLst>
              <a:ext uri="{FF2B5EF4-FFF2-40B4-BE49-F238E27FC236}">
                <a16:creationId xmlns:a16="http://schemas.microsoft.com/office/drawing/2014/main" id="{659FA9FF-E639-8F92-5FE6-C99B1111BA69}"/>
              </a:ext>
            </a:extLst>
          </p:cNvPr>
          <p:cNvSpPr/>
          <p:nvPr/>
        </p:nvSpPr>
        <p:spPr>
          <a:xfrm>
            <a:off x="8427204" y="1899601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및 모니터링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0BF27E7A-9BD4-D7D9-83AB-475C4ADC23F6}"/>
              </a:ext>
            </a:extLst>
          </p:cNvPr>
          <p:cNvSpPr/>
          <p:nvPr/>
        </p:nvSpPr>
        <p:spPr>
          <a:xfrm>
            <a:off x="8427203" y="2185779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65637972-3264-2C36-12E5-BAA757DD05AE}"/>
              </a:ext>
            </a:extLst>
          </p:cNvPr>
          <p:cNvSpPr/>
          <p:nvPr/>
        </p:nvSpPr>
        <p:spPr>
          <a:xfrm>
            <a:off x="8477984" y="2236196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실시간 모니터링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4778EAB0-0643-090E-012C-21090536197F}"/>
              </a:ext>
            </a:extLst>
          </p:cNvPr>
          <p:cNvSpPr/>
          <p:nvPr/>
        </p:nvSpPr>
        <p:spPr>
          <a:xfrm>
            <a:off x="8477984" y="244290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대화 로그 분석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AA8173DF-1416-3695-020B-01AAE6C0D213}"/>
              </a:ext>
            </a:extLst>
          </p:cNvPr>
          <p:cNvSpPr/>
          <p:nvPr/>
        </p:nvSpPr>
        <p:spPr>
          <a:xfrm>
            <a:off x="8477984" y="2649618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사용 통계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사용자 분석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66F16624-A221-CF4C-5B04-2B27BA95808D}"/>
              </a:ext>
            </a:extLst>
          </p:cNvPr>
          <p:cNvSpPr/>
          <p:nvPr/>
        </p:nvSpPr>
        <p:spPr>
          <a:xfrm>
            <a:off x="8477984" y="2856329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오류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이슈 모니터링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69DEC07-101D-4B02-48C2-B63AB3608F0A}"/>
              </a:ext>
            </a:extLst>
          </p:cNvPr>
          <p:cNvSpPr/>
          <p:nvPr/>
        </p:nvSpPr>
        <p:spPr>
          <a:xfrm>
            <a:off x="8477984" y="3063040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알람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이벤트 관리</a:t>
            </a:r>
          </a:p>
        </p:txBody>
      </p:sp>
      <p:sp>
        <p:nvSpPr>
          <p:cNvPr id="171" name="Shape 8">
            <a:extLst>
              <a:ext uri="{FF2B5EF4-FFF2-40B4-BE49-F238E27FC236}">
                <a16:creationId xmlns:a16="http://schemas.microsoft.com/office/drawing/2014/main" id="{E8B084DF-A659-C8ED-9085-307CFD4F8BE6}"/>
              </a:ext>
            </a:extLst>
          </p:cNvPr>
          <p:cNvSpPr/>
          <p:nvPr/>
        </p:nvSpPr>
        <p:spPr>
          <a:xfrm>
            <a:off x="8427204" y="3370992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포털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63F5981D-2802-2850-4E23-0482079C4116}"/>
              </a:ext>
            </a:extLst>
          </p:cNvPr>
          <p:cNvSpPr/>
          <p:nvPr/>
        </p:nvSpPr>
        <p:spPr>
          <a:xfrm>
            <a:off x="8427203" y="3657170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4CB23D-C8C2-19B2-2F31-3B35089AAF7C}"/>
              </a:ext>
            </a:extLst>
          </p:cNvPr>
          <p:cNvSpPr/>
          <p:nvPr/>
        </p:nvSpPr>
        <p:spPr>
          <a:xfrm>
            <a:off x="8477984" y="370758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Pack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관리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931B9B0-BBB0-B5B8-9290-694BD03FE844}"/>
              </a:ext>
            </a:extLst>
          </p:cNvPr>
          <p:cNvSpPr/>
          <p:nvPr/>
        </p:nvSpPr>
        <p:spPr>
          <a:xfrm>
            <a:off x="8477984" y="3914298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사용자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권한관리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EA48D73F-88B7-A379-3993-321F91EFF265}"/>
              </a:ext>
            </a:extLst>
          </p:cNvPr>
          <p:cNvSpPr/>
          <p:nvPr/>
        </p:nvSpPr>
        <p:spPr>
          <a:xfrm>
            <a:off x="8477984" y="4121009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시스템 설정 관리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BF5EE1AA-55F6-4DC1-293D-7F619202DD8E}"/>
              </a:ext>
            </a:extLst>
          </p:cNvPr>
          <p:cNvSpPr/>
          <p:nvPr/>
        </p:nvSpPr>
        <p:spPr>
          <a:xfrm>
            <a:off x="8477984" y="4327720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로그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감사 조회</a:t>
            </a: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D5ADD86D-620D-E942-9088-4EABBD1E89ED}"/>
              </a:ext>
            </a:extLst>
          </p:cNvPr>
          <p:cNvSpPr/>
          <p:nvPr/>
        </p:nvSpPr>
        <p:spPr>
          <a:xfrm>
            <a:off x="8477984" y="4534431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운영 리포트</a:t>
            </a:r>
          </a:p>
        </p:txBody>
      </p:sp>
      <p:sp>
        <p:nvSpPr>
          <p:cNvPr id="178" name="Shape 8">
            <a:extLst>
              <a:ext uri="{FF2B5EF4-FFF2-40B4-BE49-F238E27FC236}">
                <a16:creationId xmlns:a16="http://schemas.microsoft.com/office/drawing/2014/main" id="{3DA3D11D-7EE5-EA80-2790-87503CFEE836}"/>
              </a:ext>
            </a:extLst>
          </p:cNvPr>
          <p:cNvSpPr/>
          <p:nvPr/>
        </p:nvSpPr>
        <p:spPr>
          <a:xfrm>
            <a:off x="8427204" y="4844238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DevOps&amp;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배포관리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7CB8AE95-E0B2-B1A8-C551-B085933D1E34}"/>
              </a:ext>
            </a:extLst>
          </p:cNvPr>
          <p:cNvSpPr/>
          <p:nvPr/>
        </p:nvSpPr>
        <p:spPr>
          <a:xfrm>
            <a:off x="8427203" y="5130416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6D929930-0DD9-C02E-FFFA-BA2C7C5DC146}"/>
              </a:ext>
            </a:extLst>
          </p:cNvPr>
          <p:cNvSpPr/>
          <p:nvPr/>
        </p:nvSpPr>
        <p:spPr>
          <a:xfrm>
            <a:off x="8477984" y="5180833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CI/CD Pipeline</a:t>
            </a:r>
            <a:endParaRPr lang="ko-KR" altLang="en-US" sz="800">
              <a:solidFill>
                <a:srgbClr val="032253"/>
              </a:solidFill>
              <a:latin typeface="+mn-ea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B895D733-04A8-D0BC-DF08-D72275503D31}"/>
              </a:ext>
            </a:extLst>
          </p:cNvPr>
          <p:cNvSpPr/>
          <p:nvPr/>
        </p:nvSpPr>
        <p:spPr>
          <a:xfrm>
            <a:off x="8477984" y="5387544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Pack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 자동 빌드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71CAD071-616A-ECF0-C1DF-B921D05A75B5}"/>
              </a:ext>
            </a:extLst>
          </p:cNvPr>
          <p:cNvSpPr/>
          <p:nvPr/>
        </p:nvSpPr>
        <p:spPr>
          <a:xfrm>
            <a:off x="8477984" y="5594255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테스트 자동화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AD8946EA-BD19-40DB-B981-5541417EBD06}"/>
              </a:ext>
            </a:extLst>
          </p:cNvPr>
          <p:cNvSpPr/>
          <p:nvPr/>
        </p:nvSpPr>
        <p:spPr>
          <a:xfrm>
            <a:off x="8477984" y="5800966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배포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롤백 관리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A457CC6-18F4-79B3-8A22-B1D5A4642D03}"/>
              </a:ext>
            </a:extLst>
          </p:cNvPr>
          <p:cNvSpPr/>
          <p:nvPr/>
        </p:nvSpPr>
        <p:spPr>
          <a:xfrm>
            <a:off x="8477984" y="600767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환경 관리</a:t>
            </a:r>
          </a:p>
        </p:txBody>
      </p:sp>
      <p:sp>
        <p:nvSpPr>
          <p:cNvPr id="185" name="Shape 8">
            <a:extLst>
              <a:ext uri="{FF2B5EF4-FFF2-40B4-BE49-F238E27FC236}">
                <a16:creationId xmlns:a16="http://schemas.microsoft.com/office/drawing/2014/main" id="{A932240A-8B31-52DF-50E6-1A080B587682}"/>
              </a:ext>
            </a:extLst>
          </p:cNvPr>
          <p:cNvSpPr/>
          <p:nvPr/>
        </p:nvSpPr>
        <p:spPr>
          <a:xfrm>
            <a:off x="2207133" y="3645424"/>
            <a:ext cx="6082102" cy="334263"/>
          </a:xfrm>
          <a:prstGeom prst="roundRect">
            <a:avLst>
              <a:gd name="adj" fmla="val 12903"/>
            </a:avLst>
          </a:prstGeom>
          <a:solidFill>
            <a:srgbClr val="A2B7E8"/>
          </a:solidFill>
          <a:ln w="12700">
            <a:solidFill>
              <a:srgbClr val="A2B7E8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rgbClr val="0017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서비스</a:t>
            </a:r>
            <a:endParaRPr lang="ko-KR" altLang="en-US" sz="1050" b="1" dirty="0">
              <a:solidFill>
                <a:srgbClr val="0017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D911D3DD-42D5-92C8-7BB1-6C2F899978BE}"/>
              </a:ext>
            </a:extLst>
          </p:cNvPr>
          <p:cNvSpPr/>
          <p:nvPr/>
        </p:nvSpPr>
        <p:spPr>
          <a:xfrm>
            <a:off x="2209225" y="3875417"/>
            <a:ext cx="6080790" cy="330383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A94D08DB-890C-4F37-CED9-F195B5DD624B}"/>
              </a:ext>
            </a:extLst>
          </p:cNvPr>
          <p:cNvSpPr/>
          <p:nvPr/>
        </p:nvSpPr>
        <p:spPr>
          <a:xfrm>
            <a:off x="2335832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세션 관리</a:t>
            </a: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FFC651D9-DE3A-08ED-8008-B85215582ABB}"/>
              </a:ext>
            </a:extLst>
          </p:cNvPr>
          <p:cNvSpPr/>
          <p:nvPr/>
        </p:nvSpPr>
        <p:spPr>
          <a:xfrm>
            <a:off x="3273320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대화 이력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D0220FE-458D-631D-7271-5395BA12087E}"/>
              </a:ext>
            </a:extLst>
          </p:cNvPr>
          <p:cNvSpPr/>
          <p:nvPr/>
        </p:nvSpPr>
        <p:spPr>
          <a:xfrm>
            <a:off x="4210808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Context Manager</a:t>
            </a:r>
            <a:endParaRPr lang="ko-KR" altLang="en-US" sz="700">
              <a:solidFill>
                <a:srgbClr val="001755"/>
              </a:solidFill>
              <a:latin typeface="+mj-ea"/>
              <a:ea typeface="+mj-ea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D9A94DE-E421-7F2C-BD9F-3BA90B1EA125}"/>
              </a:ext>
            </a:extLst>
          </p:cNvPr>
          <p:cNvSpPr/>
          <p:nvPr/>
        </p:nvSpPr>
        <p:spPr>
          <a:xfrm>
            <a:off x="5235567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사용자 프로파일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30C40E9E-E36B-5335-5E0B-D832C4B7392B}"/>
              </a:ext>
            </a:extLst>
          </p:cNvPr>
          <p:cNvSpPr/>
          <p:nvPr/>
        </p:nvSpPr>
        <p:spPr>
          <a:xfrm>
            <a:off x="6173055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권한</a:t>
            </a:r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/</a:t>
            </a:r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조직 정보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2A206CC5-DA3E-223A-B8A0-954B053A338B}"/>
              </a:ext>
            </a:extLst>
          </p:cNvPr>
          <p:cNvSpPr/>
          <p:nvPr/>
        </p:nvSpPr>
        <p:spPr>
          <a:xfrm>
            <a:off x="7197815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알림</a:t>
            </a:r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/</a:t>
            </a:r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이벤트</a:t>
            </a:r>
          </a:p>
        </p:txBody>
      </p:sp>
      <p:sp>
        <p:nvSpPr>
          <p:cNvPr id="195" name="Shape 8">
            <a:extLst>
              <a:ext uri="{FF2B5EF4-FFF2-40B4-BE49-F238E27FC236}">
                <a16:creationId xmlns:a16="http://schemas.microsoft.com/office/drawing/2014/main" id="{48DBD3CD-2F4D-7919-8C16-FC2D1CECCCA8}"/>
              </a:ext>
            </a:extLst>
          </p:cNvPr>
          <p:cNvSpPr/>
          <p:nvPr/>
        </p:nvSpPr>
        <p:spPr>
          <a:xfrm>
            <a:off x="2207133" y="4387650"/>
            <a:ext cx="6082102" cy="334263"/>
          </a:xfrm>
          <a:prstGeom prst="roundRect">
            <a:avLst>
              <a:gd name="adj" fmla="val 12903"/>
            </a:avLst>
          </a:prstGeom>
          <a:solidFill>
            <a:srgbClr val="A2B7E8"/>
          </a:solidFill>
          <a:ln w="12700">
            <a:solidFill>
              <a:srgbClr val="A2B7E8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rgbClr val="0017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저장소</a:t>
            </a:r>
            <a:endParaRPr lang="ko-KR" altLang="en-US" sz="1050" b="1" dirty="0">
              <a:solidFill>
                <a:srgbClr val="0017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63DA8DB-3EEA-BEAB-7C57-79F9D98472C7}"/>
              </a:ext>
            </a:extLst>
          </p:cNvPr>
          <p:cNvSpPr/>
          <p:nvPr/>
        </p:nvSpPr>
        <p:spPr>
          <a:xfrm>
            <a:off x="2207134" y="4636801"/>
            <a:ext cx="6084194" cy="390853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54DB5876-E1E4-88E0-ECB9-83975A01D033}"/>
              </a:ext>
            </a:extLst>
          </p:cNvPr>
          <p:cNvGrpSpPr/>
          <p:nvPr/>
        </p:nvGrpSpPr>
        <p:grpSpPr>
          <a:xfrm>
            <a:off x="2351736" y="4693828"/>
            <a:ext cx="570539" cy="292850"/>
            <a:chOff x="2351736" y="4758364"/>
            <a:chExt cx="570539" cy="322135"/>
          </a:xfrm>
        </p:grpSpPr>
        <p:sp>
          <p:nvSpPr>
            <p:cNvPr id="197" name="원통형 196">
              <a:extLst>
                <a:ext uri="{FF2B5EF4-FFF2-40B4-BE49-F238E27FC236}">
                  <a16:creationId xmlns:a16="http://schemas.microsoft.com/office/drawing/2014/main" id="{45722D84-F51B-5E25-F6E6-C6FA2D497D13}"/>
                </a:ext>
              </a:extLst>
            </p:cNvPr>
            <p:cNvSpPr/>
            <p:nvPr/>
          </p:nvSpPr>
          <p:spPr>
            <a:xfrm>
              <a:off x="2365847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C126F675-92F9-52C8-FCE6-9BC9A8DE0B68}"/>
                </a:ext>
              </a:extLst>
            </p:cNvPr>
            <p:cNvSpPr txBox="1"/>
            <p:nvPr/>
          </p:nvSpPr>
          <p:spPr>
            <a:xfrm>
              <a:off x="2351736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대화로그</a:t>
              </a: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3123CE9C-F11F-CB2C-EFD0-B6D4EBADE944}"/>
              </a:ext>
            </a:extLst>
          </p:cNvPr>
          <p:cNvGrpSpPr/>
          <p:nvPr/>
        </p:nvGrpSpPr>
        <p:grpSpPr>
          <a:xfrm>
            <a:off x="3362511" y="4693828"/>
            <a:ext cx="570539" cy="292850"/>
            <a:chOff x="3084140" y="4758364"/>
            <a:chExt cx="570539" cy="322135"/>
          </a:xfrm>
        </p:grpSpPr>
        <p:sp>
          <p:nvSpPr>
            <p:cNvPr id="199" name="원통형 198">
              <a:extLst>
                <a:ext uri="{FF2B5EF4-FFF2-40B4-BE49-F238E27FC236}">
                  <a16:creationId xmlns:a16="http://schemas.microsoft.com/office/drawing/2014/main" id="{AF5AF53F-9993-FC72-A9F0-5B69DC708039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BC7D58DD-1CAB-D9C0-D871-5BAB634CB23D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사용자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조직</a:t>
              </a: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998968E9-5134-F615-950C-1A96AB68789E}"/>
              </a:ext>
            </a:extLst>
          </p:cNvPr>
          <p:cNvGrpSpPr/>
          <p:nvPr/>
        </p:nvGrpSpPr>
        <p:grpSpPr>
          <a:xfrm>
            <a:off x="4373286" y="4694754"/>
            <a:ext cx="570539" cy="311370"/>
            <a:chOff x="3084140" y="4758364"/>
            <a:chExt cx="570539" cy="342507"/>
          </a:xfrm>
        </p:grpSpPr>
        <p:sp>
          <p:nvSpPr>
            <p:cNvPr id="204" name="원통형 203">
              <a:extLst>
                <a:ext uri="{FF2B5EF4-FFF2-40B4-BE49-F238E27FC236}">
                  <a16:creationId xmlns:a16="http://schemas.microsoft.com/office/drawing/2014/main" id="{DAD2BBF4-4543-5EDC-3EC9-D53DEE4280C9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D742B78E-FBBA-110C-F789-5AEB9FE6675D}"/>
                </a:ext>
              </a:extLst>
            </p:cNvPr>
            <p:cNvSpPr txBox="1"/>
            <p:nvPr/>
          </p:nvSpPr>
          <p:spPr>
            <a:xfrm>
              <a:off x="3084140" y="4854650"/>
              <a:ext cx="57053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문서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지식 저장소</a:t>
              </a: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27C818E8-D79C-F69B-3668-47FFF2A77D7C}"/>
              </a:ext>
            </a:extLst>
          </p:cNvPr>
          <p:cNvGrpSpPr/>
          <p:nvPr/>
        </p:nvGrpSpPr>
        <p:grpSpPr>
          <a:xfrm>
            <a:off x="5384061" y="4694754"/>
            <a:ext cx="570539" cy="311370"/>
            <a:chOff x="3084140" y="4758364"/>
            <a:chExt cx="570539" cy="342507"/>
          </a:xfrm>
        </p:grpSpPr>
        <p:sp>
          <p:nvSpPr>
            <p:cNvPr id="207" name="원통형 206">
              <a:extLst>
                <a:ext uri="{FF2B5EF4-FFF2-40B4-BE49-F238E27FC236}">
                  <a16:creationId xmlns:a16="http://schemas.microsoft.com/office/drawing/2014/main" id="{529B4C9A-05C2-6A92-7E07-440D84B96073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C95B814E-F98C-139C-C815-1DA0AE0F4AE0}"/>
                </a:ext>
              </a:extLst>
            </p:cNvPr>
            <p:cNvSpPr txBox="1"/>
            <p:nvPr/>
          </p:nvSpPr>
          <p:spPr>
            <a:xfrm>
              <a:off x="3084140" y="4854650"/>
              <a:ext cx="57053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파일 </a:t>
              </a:r>
              <a:endParaRPr lang="en-US" altLang="ko-KR" sz="800">
                <a:solidFill>
                  <a:srgbClr val="001755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저장소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5A7D394-C7CD-03C8-9C98-033736C0F751}"/>
              </a:ext>
            </a:extLst>
          </p:cNvPr>
          <p:cNvGrpSpPr/>
          <p:nvPr/>
        </p:nvGrpSpPr>
        <p:grpSpPr>
          <a:xfrm>
            <a:off x="6394836" y="4693828"/>
            <a:ext cx="570539" cy="292850"/>
            <a:chOff x="3084140" y="4758364"/>
            <a:chExt cx="570539" cy="322135"/>
          </a:xfrm>
        </p:grpSpPr>
        <p:sp>
          <p:nvSpPr>
            <p:cNvPr id="211" name="원통형 210">
              <a:extLst>
                <a:ext uri="{FF2B5EF4-FFF2-40B4-BE49-F238E27FC236}">
                  <a16:creationId xmlns:a16="http://schemas.microsoft.com/office/drawing/2014/main" id="{D2237E6D-C5D0-B014-70DD-C449842492C6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C1859E59-3B06-FF78-D30B-FA3CF70285A1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설정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마스터 </a:t>
              </a: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92FD5EEF-C1A2-E9DD-50CA-A0D95795F383}"/>
              </a:ext>
            </a:extLst>
          </p:cNvPr>
          <p:cNvGrpSpPr/>
          <p:nvPr/>
        </p:nvGrpSpPr>
        <p:grpSpPr>
          <a:xfrm>
            <a:off x="7405611" y="4693828"/>
            <a:ext cx="570539" cy="292850"/>
            <a:chOff x="3084140" y="4758364"/>
            <a:chExt cx="570539" cy="322135"/>
          </a:xfrm>
        </p:grpSpPr>
        <p:sp>
          <p:nvSpPr>
            <p:cNvPr id="214" name="원통형 213">
              <a:extLst>
                <a:ext uri="{FF2B5EF4-FFF2-40B4-BE49-F238E27FC236}">
                  <a16:creationId xmlns:a16="http://schemas.microsoft.com/office/drawing/2014/main" id="{74D8CEF5-6AA1-EE0C-D528-821A0557A7A5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FCDCBAE-AB74-BB26-15A0-43326B363372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감사 로그</a:t>
              </a:r>
            </a:p>
          </p:txBody>
        </p:sp>
      </p:grpSp>
      <p:sp>
        <p:nvSpPr>
          <p:cNvPr id="216" name="Shape 8">
            <a:extLst>
              <a:ext uri="{FF2B5EF4-FFF2-40B4-BE49-F238E27FC236}">
                <a16:creationId xmlns:a16="http://schemas.microsoft.com/office/drawing/2014/main" id="{CECB405E-4137-9AF5-349F-A193B58573A9}"/>
              </a:ext>
            </a:extLst>
          </p:cNvPr>
          <p:cNvSpPr/>
          <p:nvPr/>
        </p:nvSpPr>
        <p:spPr>
          <a:xfrm>
            <a:off x="2209226" y="5100992"/>
            <a:ext cx="6082102" cy="404458"/>
          </a:xfrm>
          <a:prstGeom prst="roundRect">
            <a:avLst>
              <a:gd name="adj" fmla="val 12903"/>
            </a:avLst>
          </a:prstGeom>
          <a:solidFill>
            <a:srgbClr val="016447"/>
          </a:solidFill>
          <a:ln w="12700">
            <a:solidFill>
              <a:srgbClr val="016447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저장소</a:t>
            </a:r>
            <a:endParaRPr lang="ko-KR" altLang="en-US" sz="10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3A5902E9-B672-9C6F-8AF5-E8BA040C3207}"/>
              </a:ext>
            </a:extLst>
          </p:cNvPr>
          <p:cNvSpPr/>
          <p:nvPr/>
        </p:nvSpPr>
        <p:spPr>
          <a:xfrm>
            <a:off x="2209225" y="5387545"/>
            <a:ext cx="6080790" cy="968808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C361E59E-CABE-491D-FE04-8F67DE6610D4}"/>
              </a:ext>
            </a:extLst>
          </p:cNvPr>
          <p:cNvGrpSpPr/>
          <p:nvPr/>
        </p:nvGrpSpPr>
        <p:grpSpPr>
          <a:xfrm>
            <a:off x="2274306" y="5451410"/>
            <a:ext cx="831075" cy="840961"/>
            <a:chOff x="2190516" y="1981047"/>
            <a:chExt cx="831075" cy="1017563"/>
          </a:xfrm>
        </p:grpSpPr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565DA26-1876-D463-559B-1935E5AA5327}"/>
                </a:ext>
              </a:extLst>
            </p:cNvPr>
            <p:cNvSpPr/>
            <p:nvPr/>
          </p:nvSpPr>
          <p:spPr>
            <a:xfrm>
              <a:off x="2190516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Intent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24" name="사각형: 둥근 모서리 223">
              <a:extLst>
                <a:ext uri="{FF2B5EF4-FFF2-40B4-BE49-F238E27FC236}">
                  <a16:creationId xmlns:a16="http://schemas.microsoft.com/office/drawing/2014/main" id="{57FBBFEC-1DBA-DCB8-655F-42DBB30D54F9}"/>
                </a:ext>
              </a:extLst>
            </p:cNvPr>
            <p:cNvSpPr/>
            <p:nvPr/>
          </p:nvSpPr>
          <p:spPr>
            <a:xfrm>
              <a:off x="2239340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Intent List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25" name="사각형: 둥근 모서리 224">
              <a:extLst>
                <a:ext uri="{FF2B5EF4-FFF2-40B4-BE49-F238E27FC236}">
                  <a16:creationId xmlns:a16="http://schemas.microsoft.com/office/drawing/2014/main" id="{DEE52DC1-D1ED-8DFD-3AE1-F77DD3DBE501}"/>
                </a:ext>
              </a:extLst>
            </p:cNvPr>
            <p:cNvSpPr/>
            <p:nvPr/>
          </p:nvSpPr>
          <p:spPr>
            <a:xfrm>
              <a:off x="2239340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Question Sample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A1BF481E-BF01-B9DE-464E-241F7E895E32}"/>
                </a:ext>
              </a:extLst>
            </p:cNvPr>
            <p:cNvSpPr/>
            <p:nvPr/>
          </p:nvSpPr>
          <p:spPr>
            <a:xfrm>
              <a:off x="2239340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Answer Policy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1111E7CE-EE79-FF29-57D5-1A11A5937D6E}"/>
              </a:ext>
            </a:extLst>
          </p:cNvPr>
          <p:cNvGrpSpPr/>
          <p:nvPr/>
        </p:nvGrpSpPr>
        <p:grpSpPr>
          <a:xfrm>
            <a:off x="3273595" y="5451410"/>
            <a:ext cx="831075" cy="840961"/>
            <a:chOff x="3173496" y="1981047"/>
            <a:chExt cx="831075" cy="1017563"/>
          </a:xfrm>
        </p:grpSpPr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7277D7D3-2010-FE80-CAB8-9AA2F3949C82}"/>
                </a:ext>
              </a:extLst>
            </p:cNvPr>
            <p:cNvSpPr/>
            <p:nvPr/>
          </p:nvSpPr>
          <p:spPr>
            <a:xfrm>
              <a:off x="3173496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Entity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BF26E6D1-B5A1-F99C-ACE2-7BDD83751B29}"/>
                </a:ext>
              </a:extLst>
            </p:cNvPr>
            <p:cNvSpPr/>
            <p:nvPr/>
          </p:nvSpPr>
          <p:spPr>
            <a:xfrm>
              <a:off x="3222320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Entity</a:t>
              </a:r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 </a:t>
              </a:r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Dictionary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CE0D091B-927F-D8BA-F1C6-8C49B29830D9}"/>
                </a:ext>
              </a:extLst>
            </p:cNvPr>
            <p:cNvSpPr/>
            <p:nvPr/>
          </p:nvSpPr>
          <p:spPr>
            <a:xfrm>
              <a:off x="3222320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Synonym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10FD0859-C354-49D9-0CC1-01821C2401D4}"/>
                </a:ext>
              </a:extLst>
            </p:cNvPr>
            <p:cNvSpPr/>
            <p:nvPr/>
          </p:nvSpPr>
          <p:spPr>
            <a:xfrm>
              <a:off x="3222320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Validation Rule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8F70466B-552B-5481-944C-DC777E09521A}"/>
              </a:ext>
            </a:extLst>
          </p:cNvPr>
          <p:cNvGrpSpPr/>
          <p:nvPr/>
        </p:nvGrpSpPr>
        <p:grpSpPr>
          <a:xfrm>
            <a:off x="4272884" y="5451410"/>
            <a:ext cx="831075" cy="840961"/>
            <a:chOff x="4203157" y="1981047"/>
            <a:chExt cx="831075" cy="1017563"/>
          </a:xfrm>
        </p:grpSpPr>
        <p:sp>
          <p:nvSpPr>
            <p:cNvPr id="233" name="사각형: 둥근 모서리 232">
              <a:extLst>
                <a:ext uri="{FF2B5EF4-FFF2-40B4-BE49-F238E27FC236}">
                  <a16:creationId xmlns:a16="http://schemas.microsoft.com/office/drawing/2014/main" id="{280CFCF2-A1C1-8B99-DC0F-90AFAEDF4223}"/>
                </a:ext>
              </a:extLst>
            </p:cNvPr>
            <p:cNvSpPr/>
            <p:nvPr/>
          </p:nvSpPr>
          <p:spPr>
            <a:xfrm>
              <a:off x="4203157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Action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34" name="사각형: 둥근 모서리 233">
              <a:extLst>
                <a:ext uri="{FF2B5EF4-FFF2-40B4-BE49-F238E27FC236}">
                  <a16:creationId xmlns:a16="http://schemas.microsoft.com/office/drawing/2014/main" id="{90C751F2-1CC5-F89B-3435-5BDD902C8D19}"/>
                </a:ext>
              </a:extLst>
            </p:cNvPr>
            <p:cNvSpPr/>
            <p:nvPr/>
          </p:nvSpPr>
          <p:spPr>
            <a:xfrm>
              <a:off x="4251981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API/SQL Template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053EBA4F-F7E7-77E3-E14B-83245C61871F}"/>
                </a:ext>
              </a:extLst>
            </p:cNvPr>
            <p:cNvSpPr/>
            <p:nvPr/>
          </p:nvSpPr>
          <p:spPr>
            <a:xfrm>
              <a:off x="4251981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Screen/URL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D5F426AB-8134-BE52-0BCD-2A4FD7BEB1D4}"/>
                </a:ext>
              </a:extLst>
            </p:cNvPr>
            <p:cNvSpPr/>
            <p:nvPr/>
          </p:nvSpPr>
          <p:spPr>
            <a:xfrm>
              <a:off x="4251981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Parameter Mapping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86A1A6C2-9D7A-9A83-E588-8BF4A8AFF836}"/>
              </a:ext>
            </a:extLst>
          </p:cNvPr>
          <p:cNvGrpSpPr/>
          <p:nvPr/>
        </p:nvGrpSpPr>
        <p:grpSpPr>
          <a:xfrm>
            <a:off x="5272173" y="5451410"/>
            <a:ext cx="831075" cy="840961"/>
            <a:chOff x="5227534" y="1981047"/>
            <a:chExt cx="831075" cy="1017563"/>
          </a:xfrm>
        </p:grpSpPr>
        <p:sp>
          <p:nvSpPr>
            <p:cNvPr id="238" name="사각형: 둥근 모서리 237">
              <a:extLst>
                <a:ext uri="{FF2B5EF4-FFF2-40B4-BE49-F238E27FC236}">
                  <a16:creationId xmlns:a16="http://schemas.microsoft.com/office/drawing/2014/main" id="{12209115-7A79-D8F7-79A5-A77474C6E530}"/>
                </a:ext>
              </a:extLst>
            </p:cNvPr>
            <p:cNvSpPr/>
            <p:nvPr/>
          </p:nvSpPr>
          <p:spPr>
            <a:xfrm>
              <a:off x="5227534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지식</a:t>
              </a:r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/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문서</a:t>
              </a:r>
            </a:p>
          </p:txBody>
        </p:sp>
        <p:sp>
          <p:nvSpPr>
            <p:cNvPr id="239" name="사각형: 둥근 모서리 238">
              <a:extLst>
                <a:ext uri="{FF2B5EF4-FFF2-40B4-BE49-F238E27FC236}">
                  <a16:creationId xmlns:a16="http://schemas.microsoft.com/office/drawing/2014/main" id="{90B1D3F7-AD04-C275-4792-EA6530E0D2F7}"/>
                </a:ext>
              </a:extLst>
            </p:cNvPr>
            <p:cNvSpPr/>
            <p:nvPr/>
          </p:nvSpPr>
          <p:spPr>
            <a:xfrm>
              <a:off x="5276358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FAQ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40" name="사각형: 둥근 모서리 239">
              <a:extLst>
                <a:ext uri="{FF2B5EF4-FFF2-40B4-BE49-F238E27FC236}">
                  <a16:creationId xmlns:a16="http://schemas.microsoft.com/office/drawing/2014/main" id="{B3E10BBB-AFAF-B59E-8790-47CD89BE35DE}"/>
                </a:ext>
              </a:extLst>
            </p:cNvPr>
            <p:cNvSpPr/>
            <p:nvPr/>
          </p:nvSpPr>
          <p:spPr>
            <a:xfrm>
              <a:off x="5276358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메뉴얼</a:t>
              </a:r>
            </a:p>
          </p:txBody>
        </p:sp>
        <p:sp>
          <p:nvSpPr>
            <p:cNvPr id="241" name="사각형: 둥근 모서리 240">
              <a:extLst>
                <a:ext uri="{FF2B5EF4-FFF2-40B4-BE49-F238E27FC236}">
                  <a16:creationId xmlns:a16="http://schemas.microsoft.com/office/drawing/2014/main" id="{2EC472A0-0EF6-339D-2248-4F21B3614313}"/>
                </a:ext>
              </a:extLst>
            </p:cNvPr>
            <p:cNvSpPr/>
            <p:nvPr/>
          </p:nvSpPr>
          <p:spPr>
            <a:xfrm>
              <a:off x="5276358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업무 문서</a:t>
              </a: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5EF4D13B-6684-5282-C1C1-7F86AF69AFE2}"/>
              </a:ext>
            </a:extLst>
          </p:cNvPr>
          <p:cNvGrpSpPr/>
          <p:nvPr/>
        </p:nvGrpSpPr>
        <p:grpSpPr>
          <a:xfrm>
            <a:off x="6271462" y="5451410"/>
            <a:ext cx="831075" cy="840961"/>
            <a:chOff x="6295615" y="1981047"/>
            <a:chExt cx="831075" cy="1017563"/>
          </a:xfrm>
        </p:grpSpPr>
        <p:sp>
          <p:nvSpPr>
            <p:cNvPr id="243" name="사각형: 둥근 모서리 242">
              <a:extLst>
                <a:ext uri="{FF2B5EF4-FFF2-40B4-BE49-F238E27FC236}">
                  <a16:creationId xmlns:a16="http://schemas.microsoft.com/office/drawing/2014/main" id="{EBD16C04-AD0D-6904-88F9-A3044563E424}"/>
                </a:ext>
              </a:extLst>
            </p:cNvPr>
            <p:cNvSpPr/>
            <p:nvPr/>
          </p:nvSpPr>
          <p:spPr>
            <a:xfrm>
              <a:off x="6295615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설정 정보</a:t>
              </a:r>
            </a:p>
          </p:txBody>
        </p:sp>
        <p:sp>
          <p:nvSpPr>
            <p:cNvPr id="244" name="사각형: 둥근 모서리 243">
              <a:extLst>
                <a:ext uri="{FF2B5EF4-FFF2-40B4-BE49-F238E27FC236}">
                  <a16:creationId xmlns:a16="http://schemas.microsoft.com/office/drawing/2014/main" id="{166FE7EF-D11B-596D-462F-359BEB75946C}"/>
                </a:ext>
              </a:extLst>
            </p:cNvPr>
            <p:cNvSpPr/>
            <p:nvPr/>
          </p:nvSpPr>
          <p:spPr>
            <a:xfrm>
              <a:off x="6344439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권한 매핑</a:t>
              </a:r>
            </a:p>
          </p:txBody>
        </p:sp>
        <p:sp>
          <p:nvSpPr>
            <p:cNvPr id="245" name="사각형: 둥근 모서리 244">
              <a:extLst>
                <a:ext uri="{FF2B5EF4-FFF2-40B4-BE49-F238E27FC236}">
                  <a16:creationId xmlns:a16="http://schemas.microsoft.com/office/drawing/2014/main" id="{BD79E620-3698-C268-DE21-36F756B1C6E4}"/>
                </a:ext>
              </a:extLst>
            </p:cNvPr>
            <p:cNvSpPr/>
            <p:nvPr/>
          </p:nvSpPr>
          <p:spPr>
            <a:xfrm>
              <a:off x="6344439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로케일</a:t>
              </a:r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언어</a:t>
              </a:r>
            </a:p>
          </p:txBody>
        </p:sp>
        <p:sp>
          <p:nvSpPr>
            <p:cNvPr id="246" name="사각형: 둥근 모서리 245">
              <a:extLst>
                <a:ext uri="{FF2B5EF4-FFF2-40B4-BE49-F238E27FC236}">
                  <a16:creationId xmlns:a16="http://schemas.microsoft.com/office/drawing/2014/main" id="{816DD42E-5AEF-957F-BBFB-94A62F67A7AF}"/>
                </a:ext>
              </a:extLst>
            </p:cNvPr>
            <p:cNvSpPr/>
            <p:nvPr/>
          </p:nvSpPr>
          <p:spPr>
            <a:xfrm>
              <a:off x="6344439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기타 설정</a:t>
              </a: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854736FA-218C-CBA1-171A-09FD377081B4}"/>
              </a:ext>
            </a:extLst>
          </p:cNvPr>
          <p:cNvGrpSpPr/>
          <p:nvPr/>
        </p:nvGrpSpPr>
        <p:grpSpPr>
          <a:xfrm>
            <a:off x="7270753" y="5451410"/>
            <a:ext cx="831075" cy="840961"/>
            <a:chOff x="7186963" y="1981047"/>
            <a:chExt cx="831075" cy="1017563"/>
          </a:xfrm>
        </p:grpSpPr>
        <p:sp>
          <p:nvSpPr>
            <p:cNvPr id="248" name="사각형: 둥근 모서리 247">
              <a:extLst>
                <a:ext uri="{FF2B5EF4-FFF2-40B4-BE49-F238E27FC236}">
                  <a16:creationId xmlns:a16="http://schemas.microsoft.com/office/drawing/2014/main" id="{20966111-E313-D9FF-A87D-0288D7BB299B}"/>
                </a:ext>
              </a:extLst>
            </p:cNvPr>
            <p:cNvSpPr/>
            <p:nvPr/>
          </p:nvSpPr>
          <p:spPr>
            <a:xfrm>
              <a:off x="7186963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메타 정보</a:t>
              </a:r>
            </a:p>
          </p:txBody>
        </p: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F4C59E97-B864-C86F-5C3C-B854235D410A}"/>
                </a:ext>
              </a:extLst>
            </p:cNvPr>
            <p:cNvSpPr/>
            <p:nvPr/>
          </p:nvSpPr>
          <p:spPr>
            <a:xfrm>
              <a:off x="7235787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Package Manifest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006EDBC5-1796-220C-70A6-E12597127AD6}"/>
                </a:ext>
              </a:extLst>
            </p:cNvPr>
            <p:cNvSpPr/>
            <p:nvPr/>
          </p:nvSpPr>
          <p:spPr>
            <a:xfrm>
              <a:off x="7235787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info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51" name="사각형: 둥근 모서리 250">
              <a:extLst>
                <a:ext uri="{FF2B5EF4-FFF2-40B4-BE49-F238E27FC236}">
                  <a16:creationId xmlns:a16="http://schemas.microsoft.com/office/drawing/2014/main" id="{2EC235C4-D0EF-5DED-42DD-7B0D7329949E}"/>
                </a:ext>
              </a:extLst>
            </p:cNvPr>
            <p:cNvSpPr/>
            <p:nvPr/>
          </p:nvSpPr>
          <p:spPr>
            <a:xfrm>
              <a:off x="7235787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의존성 정보</a:t>
              </a:r>
            </a:p>
          </p:txBody>
        </p:sp>
      </p:grpSp>
      <p:sp>
        <p:nvSpPr>
          <p:cNvPr id="253" name="화살표: 오른쪽 252">
            <a:extLst>
              <a:ext uri="{FF2B5EF4-FFF2-40B4-BE49-F238E27FC236}">
                <a16:creationId xmlns:a16="http://schemas.microsoft.com/office/drawing/2014/main" id="{3456B6CB-0717-733F-C75D-50E71011F816}"/>
              </a:ext>
            </a:extLst>
          </p:cNvPr>
          <p:cNvSpPr/>
          <p:nvPr/>
        </p:nvSpPr>
        <p:spPr>
          <a:xfrm>
            <a:off x="3821630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5" name="화살표: 오른쪽 254">
            <a:extLst>
              <a:ext uri="{FF2B5EF4-FFF2-40B4-BE49-F238E27FC236}">
                <a16:creationId xmlns:a16="http://schemas.microsoft.com/office/drawing/2014/main" id="{D45F7098-4E78-9CF0-01EC-1594F270D9EA}"/>
              </a:ext>
            </a:extLst>
          </p:cNvPr>
          <p:cNvSpPr/>
          <p:nvPr/>
        </p:nvSpPr>
        <p:spPr>
          <a:xfrm>
            <a:off x="4550453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6" name="화살표: 오른쪽 255">
            <a:extLst>
              <a:ext uri="{FF2B5EF4-FFF2-40B4-BE49-F238E27FC236}">
                <a16:creationId xmlns:a16="http://schemas.microsoft.com/office/drawing/2014/main" id="{51A47074-C243-F003-0F8F-9C3BC51463FD}"/>
              </a:ext>
            </a:extLst>
          </p:cNvPr>
          <p:cNvSpPr/>
          <p:nvPr/>
        </p:nvSpPr>
        <p:spPr>
          <a:xfrm>
            <a:off x="5252069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7" name="화살표: 오른쪽 256">
            <a:extLst>
              <a:ext uri="{FF2B5EF4-FFF2-40B4-BE49-F238E27FC236}">
                <a16:creationId xmlns:a16="http://schemas.microsoft.com/office/drawing/2014/main" id="{0CC33EC1-5761-025F-C6DB-F89F2F0DC15B}"/>
              </a:ext>
            </a:extLst>
          </p:cNvPr>
          <p:cNvSpPr/>
          <p:nvPr/>
        </p:nvSpPr>
        <p:spPr>
          <a:xfrm>
            <a:off x="6056398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45F17740-F3A5-477A-7DCD-532F16202061}"/>
              </a:ext>
            </a:extLst>
          </p:cNvPr>
          <p:cNvCxnSpPr>
            <a:stCxn id="19" idx="3"/>
            <a:endCxn id="26" idx="1"/>
          </p:cNvCxnSpPr>
          <p:nvPr/>
        </p:nvCxnSpPr>
        <p:spPr>
          <a:xfrm>
            <a:off x="6901731" y="1545668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7804DC99-6DF8-B55A-EA0A-6793EBDBA1A9}"/>
              </a:ext>
            </a:extLst>
          </p:cNvPr>
          <p:cNvCxnSpPr/>
          <p:nvPr/>
        </p:nvCxnSpPr>
        <p:spPr>
          <a:xfrm>
            <a:off x="2021306" y="3078928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BEE334B7-E0F2-E68A-4948-21613BF7235A}"/>
              </a:ext>
            </a:extLst>
          </p:cNvPr>
          <p:cNvCxnSpPr/>
          <p:nvPr/>
        </p:nvCxnSpPr>
        <p:spPr>
          <a:xfrm>
            <a:off x="2021306" y="4837320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AE834A90-57A8-1D1C-F835-F2E24065C786}"/>
              </a:ext>
            </a:extLst>
          </p:cNvPr>
          <p:cNvCxnSpPr/>
          <p:nvPr/>
        </p:nvCxnSpPr>
        <p:spPr>
          <a:xfrm>
            <a:off x="8278127" y="5737442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화살표: 아래쪽 262">
            <a:extLst>
              <a:ext uri="{FF2B5EF4-FFF2-40B4-BE49-F238E27FC236}">
                <a16:creationId xmlns:a16="http://schemas.microsoft.com/office/drawing/2014/main" id="{BE652E23-75E5-07D8-0E3F-F6D77C880AF6}"/>
              </a:ext>
            </a:extLst>
          </p:cNvPr>
          <p:cNvSpPr/>
          <p:nvPr/>
        </p:nvSpPr>
        <p:spPr>
          <a:xfrm flipH="1">
            <a:off x="4943825" y="4249529"/>
            <a:ext cx="72090" cy="45719"/>
          </a:xfrm>
          <a:prstGeom prst="downArrow">
            <a:avLst/>
          </a:prstGeom>
          <a:solidFill>
            <a:srgbClr val="A2B7E8"/>
          </a:solidFill>
          <a:ln>
            <a:solidFill>
              <a:srgbClr val="A2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화살표: 아래쪽 263">
            <a:extLst>
              <a:ext uri="{FF2B5EF4-FFF2-40B4-BE49-F238E27FC236}">
                <a16:creationId xmlns:a16="http://schemas.microsoft.com/office/drawing/2014/main" id="{D9828E2C-F36D-EEAA-BDD3-E0EE68A94785}"/>
              </a:ext>
            </a:extLst>
          </p:cNvPr>
          <p:cNvSpPr/>
          <p:nvPr/>
        </p:nvSpPr>
        <p:spPr>
          <a:xfrm flipH="1">
            <a:off x="4943825" y="5042741"/>
            <a:ext cx="72090" cy="45719"/>
          </a:xfrm>
          <a:prstGeom prst="downArrow">
            <a:avLst/>
          </a:prstGeom>
          <a:solidFill>
            <a:srgbClr val="A2B7E8"/>
          </a:solidFill>
          <a:ln>
            <a:solidFill>
              <a:srgbClr val="A2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88D34C-FB02-D55C-FC43-371A44D373BC}"/>
              </a:ext>
            </a:extLst>
          </p:cNvPr>
          <p:cNvSpPr/>
          <p:nvPr/>
        </p:nvSpPr>
        <p:spPr>
          <a:xfrm>
            <a:off x="2108015" y="2181610"/>
            <a:ext cx="6272691" cy="4174742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187E41-6F2A-B5BF-4DB7-295BA5C24B30}"/>
              </a:ext>
            </a:extLst>
          </p:cNvPr>
          <p:cNvSpPr/>
          <p:nvPr/>
        </p:nvSpPr>
        <p:spPr>
          <a:xfrm>
            <a:off x="9003399" y="886332"/>
            <a:ext cx="727968" cy="13003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F0000"/>
                </a:solidFill>
              </a:rPr>
              <a:t>개발 범위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0454E1-2A58-0EC2-9792-12965DD20B02}"/>
              </a:ext>
            </a:extLst>
          </p:cNvPr>
          <p:cNvSpPr/>
          <p:nvPr/>
        </p:nvSpPr>
        <p:spPr>
          <a:xfrm>
            <a:off x="8427204" y="3658463"/>
            <a:ext cx="1304164" cy="681621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E1F372-580C-95EE-433D-E6FC17592C88}"/>
              </a:ext>
            </a:extLst>
          </p:cNvPr>
          <p:cNvSpPr/>
          <p:nvPr/>
        </p:nvSpPr>
        <p:spPr>
          <a:xfrm>
            <a:off x="8453506" y="5378444"/>
            <a:ext cx="1277862" cy="38590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38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CD36-D412-EB4A-D358-E8C393A9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ABC395C8-1A6B-C779-9957-52EB1DFE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아키텍쳐</a:t>
            </a:r>
            <a:endParaRPr lang="ko-KR" altLang="en-US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D8B25862-8D93-3AC2-637D-55E53E041A06}"/>
              </a:ext>
            </a:extLst>
          </p:cNvPr>
          <p:cNvSpPr/>
          <p:nvPr/>
        </p:nvSpPr>
        <p:spPr>
          <a:xfrm>
            <a:off x="5273709" y="1352789"/>
            <a:ext cx="4327347" cy="3132789"/>
          </a:xfrm>
          <a:prstGeom prst="rect">
            <a:avLst/>
          </a:prstGeom>
          <a:solidFill>
            <a:srgbClr val="FFFFFF"/>
          </a:solidFill>
          <a:ln w="12700">
            <a:solidFill>
              <a:srgbClr val="0779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B64AE22C-786F-32B5-2ECC-DEC06B38F202}"/>
              </a:ext>
            </a:extLst>
          </p:cNvPr>
          <p:cNvSpPr txBox="1"/>
          <p:nvPr/>
        </p:nvSpPr>
        <p:spPr>
          <a:xfrm>
            <a:off x="5273709" y="1089025"/>
            <a:ext cx="4327347" cy="263764"/>
          </a:xfrm>
          <a:prstGeom prst="rect">
            <a:avLst/>
          </a:prstGeom>
          <a:solidFill>
            <a:srgbClr val="07793E"/>
          </a:solidFill>
          <a:ln>
            <a:solidFill>
              <a:srgbClr val="07793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내부망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폐쇄망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C01F334-4CCA-B846-3F65-6969948804D0}"/>
              </a:ext>
            </a:extLst>
          </p:cNvPr>
          <p:cNvSpPr/>
          <p:nvPr/>
        </p:nvSpPr>
        <p:spPr>
          <a:xfrm>
            <a:off x="5428495" y="1406590"/>
            <a:ext cx="3982753" cy="439256"/>
          </a:xfrm>
          <a:prstGeom prst="roundRect">
            <a:avLst>
              <a:gd name="adj" fmla="val 1424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 Importer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및 적재</a:t>
            </a: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F3543C79-82EB-9366-2A4E-3EB0253C603C}"/>
              </a:ext>
            </a:extLst>
          </p:cNvPr>
          <p:cNvSpPr/>
          <p:nvPr/>
        </p:nvSpPr>
        <p:spPr>
          <a:xfrm>
            <a:off x="5428495" y="1413072"/>
            <a:ext cx="1576604" cy="166636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endParaRPr kumimoji="0" lang="ko-KR" altLang="en-US" sz="900" b="1" i="0" u="none" strike="noStrike" kern="1200" cap="none" spc="-10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" name="그래픽 101" descr="다운로드 단색으로 채워진">
            <a:extLst>
              <a:ext uri="{FF2B5EF4-FFF2-40B4-BE49-F238E27FC236}">
                <a16:creationId xmlns:a16="http://schemas.microsoft.com/office/drawing/2014/main" id="{65D6E21B-2171-629B-09B8-4A741072A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84" y="1406590"/>
            <a:ext cx="405455" cy="211830"/>
          </a:xfrm>
          <a:prstGeom prst="rect">
            <a:avLst/>
          </a:prstGeom>
        </p:spPr>
      </p:pic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2FE717C-C3D0-D65E-C4F1-A98E6AE32AED}"/>
              </a:ext>
            </a:extLst>
          </p:cNvPr>
          <p:cNvSpPr/>
          <p:nvPr/>
        </p:nvSpPr>
        <p:spPr>
          <a:xfrm>
            <a:off x="5428495" y="1929426"/>
            <a:ext cx="3982753" cy="1091219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BE3ECFA-3C16-FF30-F6E9-4784A2A27D50}"/>
              </a:ext>
            </a:extLst>
          </p:cNvPr>
          <p:cNvSpPr/>
          <p:nvPr/>
        </p:nvSpPr>
        <p:spPr>
          <a:xfrm>
            <a:off x="5428495" y="1932655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챗봇 엔진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4C6BE485-A6C3-862B-FC39-840585E68623}"/>
              </a:ext>
            </a:extLst>
          </p:cNvPr>
          <p:cNvSpPr/>
          <p:nvPr/>
        </p:nvSpPr>
        <p:spPr>
          <a:xfrm>
            <a:off x="5521960" y="2118146"/>
            <a:ext cx="3827779" cy="437572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NLU &amp; Intent Engine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3B9F3DB-F221-2032-03E2-86273EC990B0}"/>
              </a:ext>
            </a:extLst>
          </p:cNvPr>
          <p:cNvSpPr/>
          <p:nvPr/>
        </p:nvSpPr>
        <p:spPr>
          <a:xfrm>
            <a:off x="5684247" y="2290198"/>
            <a:ext cx="1048785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Intent Matcher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의도 매칭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45B7006-2988-3D61-FE53-1D9665F0F18D}"/>
              </a:ext>
            </a:extLst>
          </p:cNvPr>
          <p:cNvSpPr/>
          <p:nvPr/>
        </p:nvSpPr>
        <p:spPr>
          <a:xfrm>
            <a:off x="6838868" y="2290198"/>
            <a:ext cx="1048785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Entity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Extractor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개체 추출</a:t>
            </a: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F1C63BE5-CCE1-2305-3D9A-3184CA407C26}"/>
              </a:ext>
            </a:extLst>
          </p:cNvPr>
          <p:cNvSpPr/>
          <p:nvPr/>
        </p:nvSpPr>
        <p:spPr>
          <a:xfrm>
            <a:off x="7993488" y="2290198"/>
            <a:ext cx="1153662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Confidence Scoring 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개선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D60AF22-CEF1-F036-924C-43C0D57626D2}"/>
              </a:ext>
            </a:extLst>
          </p:cNvPr>
          <p:cNvSpPr/>
          <p:nvPr/>
        </p:nvSpPr>
        <p:spPr>
          <a:xfrm>
            <a:off x="5537200" y="2631878"/>
            <a:ext cx="3812539" cy="341922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Action Orchestrator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CFC7AB1A-D73A-F0B5-E9C5-9BD64E58A713}"/>
              </a:ext>
            </a:extLst>
          </p:cNvPr>
          <p:cNvSpPr/>
          <p:nvPr/>
        </p:nvSpPr>
        <p:spPr>
          <a:xfrm>
            <a:off x="5616348" y="2803931"/>
            <a:ext cx="3646398" cy="138631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Action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판단 및 실행 제어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FECE6F-2775-1B56-A3C9-A09DC9424687}"/>
              </a:ext>
            </a:extLst>
          </p:cNvPr>
          <p:cNvSpPr/>
          <p:nvPr/>
        </p:nvSpPr>
        <p:spPr>
          <a:xfrm>
            <a:off x="5428495" y="3067008"/>
            <a:ext cx="3982753" cy="841156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DD07B9-48C5-C6EC-4F36-998EB3D6B231}"/>
              </a:ext>
            </a:extLst>
          </p:cNvPr>
          <p:cNvSpPr/>
          <p:nvPr/>
        </p:nvSpPr>
        <p:spPr>
          <a:xfrm>
            <a:off x="5428495" y="3070237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Action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모듈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63083C-40C7-DEDD-9BA2-F7B237F9F1EF}"/>
              </a:ext>
            </a:extLst>
          </p:cNvPr>
          <p:cNvSpPr/>
          <p:nvPr/>
        </p:nvSpPr>
        <p:spPr>
          <a:xfrm>
            <a:off x="5506720" y="3238853"/>
            <a:ext cx="3843019" cy="622455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NLU &amp; Intent Engine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5273A78-8BE8-0936-0FDD-ECD43A98902C}"/>
              </a:ext>
            </a:extLst>
          </p:cNvPr>
          <p:cNvSpPr/>
          <p:nvPr/>
        </p:nvSpPr>
        <p:spPr>
          <a:xfrm>
            <a:off x="5547707" y="3395918"/>
            <a:ext cx="1153664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메뉴이동</a:t>
            </a:r>
            <a:endParaRPr kumimoji="0" lang="en-US" altLang="ko-KR" sz="8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8BCE292-C64E-0F0C-FB3C-028EBE89B14A}"/>
              </a:ext>
            </a:extLst>
          </p:cNvPr>
          <p:cNvSpPr/>
          <p:nvPr/>
        </p:nvSpPr>
        <p:spPr>
          <a:xfrm>
            <a:off x="6733032" y="3395918"/>
            <a:ext cx="1328928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/FAQ</a:t>
            </a: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검색</a:t>
            </a:r>
            <a:endParaRPr kumimoji="0" lang="ko-KR" altLang="en-US" sz="8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589029-FDA9-71E8-C8A4-474F127B1F3D}"/>
              </a:ext>
            </a:extLst>
          </p:cNvPr>
          <p:cNvSpPr/>
          <p:nvPr/>
        </p:nvSpPr>
        <p:spPr>
          <a:xfrm>
            <a:off x="8096250" y="3395918"/>
            <a:ext cx="1203960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정형 데이터 조회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0AFABB8-A347-1C6E-0ABE-AC1B64EAA3C3}"/>
              </a:ext>
            </a:extLst>
          </p:cNvPr>
          <p:cNvGrpSpPr/>
          <p:nvPr/>
        </p:nvGrpSpPr>
        <p:grpSpPr>
          <a:xfrm>
            <a:off x="5995038" y="3543881"/>
            <a:ext cx="259001" cy="151096"/>
            <a:chOff x="6072440" y="3521298"/>
            <a:chExt cx="259001" cy="151096"/>
          </a:xfrm>
        </p:grpSpPr>
        <p:pic>
          <p:nvPicPr>
            <p:cNvPr id="24" name="그래픽 23" descr="모니터 단색으로 채워진">
              <a:extLst>
                <a:ext uri="{FF2B5EF4-FFF2-40B4-BE49-F238E27FC236}">
                  <a16:creationId xmlns:a16="http://schemas.microsoft.com/office/drawing/2014/main" id="{1DDFEF05-BC08-1AC9-B11F-79C0A7CA89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72440" y="3521298"/>
              <a:ext cx="259001" cy="151096"/>
            </a:xfrm>
            <a:prstGeom prst="rect">
              <a:avLst/>
            </a:prstGeom>
          </p:spPr>
        </p:pic>
        <p:pic>
          <p:nvPicPr>
            <p:cNvPr id="26" name="그래픽 25" descr="웹 디자인 단색으로 채워진">
              <a:extLst>
                <a:ext uri="{FF2B5EF4-FFF2-40B4-BE49-F238E27FC236}">
                  <a16:creationId xmlns:a16="http://schemas.microsoft.com/office/drawing/2014/main" id="{21EB84DF-ED62-B001-029E-25DE105469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24539" y="3543881"/>
              <a:ext cx="149275" cy="77536"/>
            </a:xfrm>
            <a:prstGeom prst="rect">
              <a:avLst/>
            </a:prstGeom>
          </p:spPr>
        </p:pic>
      </p:grpSp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C6286146-918F-39CB-7796-29BA6D9E9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386" y="3521192"/>
            <a:ext cx="291356" cy="125601"/>
          </a:xfrm>
          <a:prstGeom prst="rect">
            <a:avLst/>
          </a:prstGeom>
        </p:spPr>
      </p:pic>
      <p:pic>
        <p:nvPicPr>
          <p:cNvPr id="29" name="그래픽 28" descr="폴더 검색 단색으로 채워진">
            <a:extLst>
              <a:ext uri="{FF2B5EF4-FFF2-40B4-BE49-F238E27FC236}">
                <a16:creationId xmlns:a16="http://schemas.microsoft.com/office/drawing/2014/main" id="{6B13966D-F25F-CCA5-D9EA-6ACF59D9A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0139" y="3523268"/>
            <a:ext cx="238422" cy="15197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764072F-8597-85F9-2E45-A3D3CC658918}"/>
              </a:ext>
            </a:extLst>
          </p:cNvPr>
          <p:cNvSpPr txBox="1"/>
          <p:nvPr/>
        </p:nvSpPr>
        <p:spPr>
          <a:xfrm>
            <a:off x="5576709" y="3692659"/>
            <a:ext cx="1124662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/>
              <a:t>지정 </a:t>
            </a:r>
            <a:r>
              <a:rPr lang="en-US" altLang="ko-KR"/>
              <a:t>URL </a:t>
            </a:r>
            <a:r>
              <a:rPr lang="ko-KR" altLang="en-US"/>
              <a:t>이동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D557F4-5573-ACA1-5EA0-00C919F91CA6}"/>
              </a:ext>
            </a:extLst>
          </p:cNvPr>
          <p:cNvSpPr txBox="1"/>
          <p:nvPr/>
        </p:nvSpPr>
        <p:spPr>
          <a:xfrm>
            <a:off x="6774943" y="3692659"/>
            <a:ext cx="1253000" cy="109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/>
              <a:t>로컬 검색 엔진</a:t>
            </a:r>
            <a:r>
              <a:rPr lang="en-US" altLang="ko-KR"/>
              <a:t>(ES/OpenSearch)</a:t>
            </a: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EC2C2-4D57-5732-013D-2CC5F2F3923C}"/>
              </a:ext>
            </a:extLst>
          </p:cNvPr>
          <p:cNvSpPr txBox="1"/>
          <p:nvPr/>
        </p:nvSpPr>
        <p:spPr>
          <a:xfrm>
            <a:off x="8131626" y="3692659"/>
            <a:ext cx="1147971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ko-KR" altLang="en-US" sz="700">
                <a:latin typeface="+mn-ea"/>
              </a:rPr>
              <a:t>사전 정의된 </a:t>
            </a:r>
            <a:r>
              <a:rPr lang="en-US" altLang="ko-KR" sz="700">
                <a:latin typeface="+mn-ea"/>
              </a:rPr>
              <a:t>API/Query</a:t>
            </a:r>
            <a:r>
              <a:rPr lang="ko-KR" altLang="en-US" sz="700">
                <a:latin typeface="+mn-ea"/>
              </a:rPr>
              <a:t> 실행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165D478-794D-6F9D-4403-033735BF61A9}"/>
              </a:ext>
            </a:extLst>
          </p:cNvPr>
          <p:cNvSpPr/>
          <p:nvPr/>
        </p:nvSpPr>
        <p:spPr>
          <a:xfrm>
            <a:off x="5434445" y="3967051"/>
            <a:ext cx="3982753" cy="466825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DE0BB5A-6044-DC0B-1DA3-C9C430252C44}"/>
              </a:ext>
            </a:extLst>
          </p:cNvPr>
          <p:cNvSpPr/>
          <p:nvPr/>
        </p:nvSpPr>
        <p:spPr>
          <a:xfrm>
            <a:off x="5434445" y="3970280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652933-BBFC-5D8F-475A-81B04207D5DA}"/>
              </a:ext>
            </a:extLst>
          </p:cNvPr>
          <p:cNvSpPr txBox="1"/>
          <p:nvPr/>
        </p:nvSpPr>
        <p:spPr>
          <a:xfrm>
            <a:off x="5367122" y="4287862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메뉴</a:t>
            </a:r>
            <a:r>
              <a:rPr lang="en-US" altLang="ko-KR" sz="800"/>
              <a:t>/</a:t>
            </a:r>
            <a:r>
              <a:rPr lang="ko-KR" altLang="en-US" sz="800"/>
              <a:t>권한 정보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08F901-54CF-4768-98E7-EC99E2DA680A}"/>
              </a:ext>
            </a:extLst>
          </p:cNvPr>
          <p:cNvSpPr txBox="1"/>
          <p:nvPr/>
        </p:nvSpPr>
        <p:spPr>
          <a:xfrm>
            <a:off x="6317418" y="4287862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문서</a:t>
            </a:r>
            <a:r>
              <a:rPr lang="en-US" altLang="ko-KR" sz="800"/>
              <a:t>/FAQ </a:t>
            </a:r>
            <a:r>
              <a:rPr lang="ko-KR" altLang="en-US" sz="800"/>
              <a:t>저장소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866C03-3136-CCB9-5C21-1A2139ECB727}"/>
              </a:ext>
            </a:extLst>
          </p:cNvPr>
          <p:cNvSpPr txBox="1"/>
          <p:nvPr/>
        </p:nvSpPr>
        <p:spPr>
          <a:xfrm>
            <a:off x="7487690" y="4293577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업무 데이터</a:t>
            </a:r>
            <a:r>
              <a:rPr lang="en-US" altLang="ko-KR" sz="800"/>
              <a:t> (</a:t>
            </a:r>
            <a:r>
              <a:rPr lang="ko-KR" altLang="en-US" sz="800"/>
              <a:t>읽기전용</a:t>
            </a:r>
            <a:r>
              <a:rPr lang="en-US" altLang="ko-KR" sz="800"/>
              <a:t>)</a:t>
            </a:r>
            <a:endParaRPr lang="ko-KR" altLang="en-US" sz="8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901D26-36F3-ABD1-BF23-C45FF3C999DF}"/>
              </a:ext>
            </a:extLst>
          </p:cNvPr>
          <p:cNvSpPr txBox="1"/>
          <p:nvPr/>
        </p:nvSpPr>
        <p:spPr>
          <a:xfrm>
            <a:off x="8530589" y="4294241"/>
            <a:ext cx="929472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en-US" altLang="ko-KR" sz="800"/>
              <a:t>API </a:t>
            </a:r>
            <a:r>
              <a:rPr lang="ko-KR" altLang="en-US" sz="800"/>
              <a:t>연계 서비스</a:t>
            </a:r>
          </a:p>
        </p:txBody>
      </p:sp>
      <p:pic>
        <p:nvPicPr>
          <p:cNvPr id="78" name="그래픽 77" descr="사원증 단색으로 채워진">
            <a:extLst>
              <a:ext uri="{FF2B5EF4-FFF2-40B4-BE49-F238E27FC236}">
                <a16:creationId xmlns:a16="http://schemas.microsoft.com/office/drawing/2014/main" id="{6449DA74-822C-D39C-1BA9-94C6BD024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8583" y="4113981"/>
            <a:ext cx="228554" cy="167176"/>
          </a:xfrm>
          <a:prstGeom prst="rect">
            <a:avLst/>
          </a:prstGeom>
        </p:spPr>
      </p:pic>
      <p:pic>
        <p:nvPicPr>
          <p:cNvPr id="80" name="그래픽 79" descr="목록 단색으로 채워진">
            <a:extLst>
              <a:ext uri="{FF2B5EF4-FFF2-40B4-BE49-F238E27FC236}">
                <a16:creationId xmlns:a16="http://schemas.microsoft.com/office/drawing/2014/main" id="{4105FA11-09F5-977A-7875-0AC2F8035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6909" y="4131589"/>
            <a:ext cx="320492" cy="127259"/>
          </a:xfrm>
          <a:prstGeom prst="rect">
            <a:avLst/>
          </a:prstGeom>
        </p:spPr>
      </p:pic>
      <p:pic>
        <p:nvPicPr>
          <p:cNvPr id="81" name="그래픽 80" descr="데이터베이스 단색으로 채워진">
            <a:extLst>
              <a:ext uri="{FF2B5EF4-FFF2-40B4-BE49-F238E27FC236}">
                <a16:creationId xmlns:a16="http://schemas.microsoft.com/office/drawing/2014/main" id="{3D50B3B9-FC80-CDDD-5B79-EB7B2C53E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4669" y="4113981"/>
            <a:ext cx="291356" cy="125601"/>
          </a:xfrm>
          <a:prstGeom prst="rect">
            <a:avLst/>
          </a:prstGeom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D20C3312-F79F-771F-ACB2-40EEAE8676A7}"/>
              </a:ext>
            </a:extLst>
          </p:cNvPr>
          <p:cNvGrpSpPr/>
          <p:nvPr/>
        </p:nvGrpSpPr>
        <p:grpSpPr>
          <a:xfrm>
            <a:off x="8789670" y="3988826"/>
            <a:ext cx="489916" cy="322189"/>
            <a:chOff x="8789670" y="3988826"/>
            <a:chExt cx="489916" cy="322189"/>
          </a:xfrm>
        </p:grpSpPr>
        <p:pic>
          <p:nvPicPr>
            <p:cNvPr id="76" name="그래픽 75" descr="화살표 원 단색으로 채워진">
              <a:extLst>
                <a:ext uri="{FF2B5EF4-FFF2-40B4-BE49-F238E27FC236}">
                  <a16:creationId xmlns:a16="http://schemas.microsoft.com/office/drawing/2014/main" id="{8A7D389C-9836-212A-C432-3195D11203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789670" y="3988826"/>
              <a:ext cx="357480" cy="322189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938A041-CCFC-94CD-A14A-2A83B8C1271C}"/>
                </a:ext>
              </a:extLst>
            </p:cNvPr>
            <p:cNvSpPr txBox="1"/>
            <p:nvPr/>
          </p:nvSpPr>
          <p:spPr>
            <a:xfrm>
              <a:off x="8823807" y="4053389"/>
              <a:ext cx="455779" cy="1421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>
                  <a:solidFill>
                    <a:srgbClr val="07793E"/>
                  </a:solidFill>
                  <a:latin typeface="+mn-ea"/>
                </a:rPr>
                <a:t>API</a:t>
              </a:r>
              <a:endParaRPr lang="ko-KR" altLang="en-US" sz="600" b="1">
                <a:solidFill>
                  <a:srgbClr val="07793E"/>
                </a:solidFill>
                <a:latin typeface="+mn-ea"/>
              </a:endParaRPr>
            </a:p>
          </p:txBody>
        </p:sp>
      </p:grp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346C0448-6FF1-1F1A-1554-82DA1D4D2FD8}"/>
              </a:ext>
            </a:extLst>
          </p:cNvPr>
          <p:cNvCxnSpPr>
            <a:cxnSpLocks/>
          </p:cNvCxnSpPr>
          <p:nvPr/>
        </p:nvCxnSpPr>
        <p:spPr>
          <a:xfrm flipV="1">
            <a:off x="4355227" y="1892155"/>
            <a:ext cx="868602" cy="382"/>
          </a:xfrm>
          <a:prstGeom prst="straightConnector1">
            <a:avLst/>
          </a:prstGeom>
          <a:ln>
            <a:solidFill>
              <a:srgbClr val="1624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53C8F9D3-5956-A94A-D142-D6009DF06B91}"/>
              </a:ext>
            </a:extLst>
          </p:cNvPr>
          <p:cNvSpPr txBox="1"/>
          <p:nvPr/>
        </p:nvSpPr>
        <p:spPr>
          <a:xfrm>
            <a:off x="4468851" y="17011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보안전송</a:t>
            </a:r>
            <a:endParaRPr lang="en-US" altLang="ko-KR" sz="1000">
              <a:latin typeface="+mj-ea"/>
              <a:ea typeface="+mj-ea"/>
            </a:endParaRPr>
          </a:p>
          <a:p>
            <a:pPr algn="ctr"/>
            <a:r>
              <a:rPr lang="en-US" altLang="ko-KR" sz="1000">
                <a:latin typeface="+mj-ea"/>
                <a:ea typeface="+mj-ea"/>
              </a:rPr>
              <a:t>(VPN)</a:t>
            </a:r>
            <a:endParaRPr lang="ko-KR" altLang="en-US" sz="1000">
              <a:latin typeface="+mj-ea"/>
              <a:ea typeface="+mj-ea"/>
            </a:endParaRP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91713C32-D664-84FE-AD31-CA296FDCB981}"/>
              </a:ext>
            </a:extLst>
          </p:cNvPr>
          <p:cNvCxnSpPr>
            <a:cxnSpLocks/>
          </p:cNvCxnSpPr>
          <p:nvPr/>
        </p:nvCxnSpPr>
        <p:spPr>
          <a:xfrm>
            <a:off x="4355227" y="3028168"/>
            <a:ext cx="918482" cy="0"/>
          </a:xfrm>
          <a:prstGeom prst="straightConnector1">
            <a:avLst/>
          </a:prstGeom>
          <a:ln>
            <a:solidFill>
              <a:srgbClr val="07793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E9E8E579-EA70-7BC8-BD65-29AFE2D853E5}"/>
              </a:ext>
            </a:extLst>
          </p:cNvPr>
          <p:cNvSpPr txBox="1"/>
          <p:nvPr/>
        </p:nvSpPr>
        <p:spPr>
          <a:xfrm>
            <a:off x="4429766" y="2834244"/>
            <a:ext cx="868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solidFill>
                  <a:srgbClr val="07793E"/>
                </a:solidFill>
                <a:latin typeface="+mj-ea"/>
                <a:ea typeface="+mj-ea"/>
              </a:rPr>
              <a:t>운영 요청</a:t>
            </a:r>
            <a:r>
              <a:rPr lang="en-US" altLang="ko-KR" sz="1000" b="1">
                <a:solidFill>
                  <a:srgbClr val="07793E"/>
                </a:solidFill>
                <a:latin typeface="+mj-ea"/>
                <a:ea typeface="+mj-ea"/>
              </a:rPr>
              <a:t>/ </a:t>
            </a:r>
            <a:r>
              <a:rPr lang="ko-KR" altLang="en-US" sz="1000" b="1">
                <a:solidFill>
                  <a:srgbClr val="07793E"/>
                </a:solidFill>
                <a:latin typeface="+mj-ea"/>
                <a:ea typeface="+mj-ea"/>
              </a:rPr>
              <a:t>피드백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D92A8AA-DD65-FD3C-659B-9E679DD94237}"/>
              </a:ext>
            </a:extLst>
          </p:cNvPr>
          <p:cNvSpPr txBox="1"/>
          <p:nvPr/>
        </p:nvSpPr>
        <p:spPr>
          <a:xfrm>
            <a:off x="4269171" y="3217537"/>
            <a:ext cx="1042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j-ea"/>
                <a:ea typeface="+mj-ea"/>
                <a:cs typeface="Malgun Gothic Semilight" panose="020B0502040204020203" pitchFamily="34" charset="-128"/>
              </a:rPr>
              <a:t>ㆍ</a:t>
            </a:r>
            <a:r>
              <a:rPr lang="ko-KR" altLang="en-US" sz="800">
                <a:latin typeface="+mj-ea"/>
                <a:ea typeface="+mj-ea"/>
              </a:rPr>
              <a:t>신규 기능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en-US" altLang="ko-KR" sz="800">
                <a:latin typeface="+mj-ea"/>
                <a:ea typeface="+mj-ea"/>
              </a:rPr>
              <a:t>FAQ </a:t>
            </a:r>
            <a:r>
              <a:rPr lang="ko-KR" altLang="en-US" sz="800">
                <a:latin typeface="+mj-ea"/>
                <a:ea typeface="+mj-ea"/>
              </a:rPr>
              <a:t>추가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en-US" altLang="ko-KR" sz="800">
                <a:latin typeface="+mj-ea"/>
                <a:ea typeface="+mj-ea"/>
              </a:rPr>
              <a:t>Intent </a:t>
            </a:r>
            <a:r>
              <a:rPr lang="ko-KR" altLang="en-US" sz="800">
                <a:latin typeface="+mj-ea"/>
                <a:ea typeface="+mj-ea"/>
              </a:rPr>
              <a:t>개선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ko-KR" altLang="en-US" sz="800">
                <a:latin typeface="+mj-ea"/>
                <a:ea typeface="+mj-ea"/>
              </a:rPr>
              <a:t>로그</a:t>
            </a:r>
            <a:r>
              <a:rPr lang="en-US" altLang="ko-KR" sz="800">
                <a:latin typeface="+mj-ea"/>
                <a:ea typeface="+mj-ea"/>
              </a:rPr>
              <a:t>/</a:t>
            </a:r>
            <a:r>
              <a:rPr lang="ko-KR" altLang="en-US" sz="800">
                <a:latin typeface="+mj-ea"/>
                <a:ea typeface="+mj-ea"/>
              </a:rPr>
              <a:t>통계 공유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AB38CC4-12C5-533B-9276-5312FD7B76C0}"/>
              </a:ext>
            </a:extLst>
          </p:cNvPr>
          <p:cNvSpPr/>
          <p:nvPr/>
        </p:nvSpPr>
        <p:spPr>
          <a:xfrm>
            <a:off x="390190" y="1378222"/>
            <a:ext cx="3933952" cy="30556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3F3E769D-3557-94CB-207E-135BA4FE3C41}"/>
              </a:ext>
            </a:extLst>
          </p:cNvPr>
          <p:cNvSpPr txBox="1"/>
          <p:nvPr/>
        </p:nvSpPr>
        <p:spPr>
          <a:xfrm>
            <a:off x="389973" y="1089025"/>
            <a:ext cx="3933952" cy="289197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(JWP-Intent Factory)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C47E6A-5FFC-00B2-BCDB-280BA37674C5}"/>
              </a:ext>
            </a:extLst>
          </p:cNvPr>
          <p:cNvSpPr/>
          <p:nvPr/>
        </p:nvSpPr>
        <p:spPr>
          <a:xfrm>
            <a:off x="515179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</a:p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(GPT 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5DBB28-3BB4-5908-FFF7-FC46EFF8F112}"/>
              </a:ext>
            </a:extLst>
          </p:cNvPr>
          <p:cNvSpPr/>
          <p:nvPr/>
        </p:nvSpPr>
        <p:spPr>
          <a:xfrm>
            <a:off x="1463277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생성도구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A9C972-7EFB-B4FD-0095-53CCAB90118F}"/>
              </a:ext>
            </a:extLst>
          </p:cNvPr>
          <p:cNvSpPr/>
          <p:nvPr/>
        </p:nvSpPr>
        <p:spPr>
          <a:xfrm>
            <a:off x="2411375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Intent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Builder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00DBDB-59B8-1152-33E6-65935A0AD2DB}"/>
              </a:ext>
            </a:extLst>
          </p:cNvPr>
          <p:cNvSpPr/>
          <p:nvPr/>
        </p:nvSpPr>
        <p:spPr>
          <a:xfrm>
            <a:off x="3359471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검증 및 테스트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54F334-C709-ADED-1ACA-27F64D180D02}"/>
              </a:ext>
            </a:extLst>
          </p:cNvPr>
          <p:cNvSpPr/>
          <p:nvPr/>
        </p:nvSpPr>
        <p:spPr>
          <a:xfrm>
            <a:off x="1345719" y="1741531"/>
            <a:ext cx="95417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E67054D-7DCF-17A7-7B72-2014B7221F65}"/>
              </a:ext>
            </a:extLst>
          </p:cNvPr>
          <p:cNvSpPr/>
          <p:nvPr/>
        </p:nvSpPr>
        <p:spPr>
          <a:xfrm>
            <a:off x="2290983" y="1741531"/>
            <a:ext cx="94472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FD5492E6-710F-3653-EEB1-886C4BEFE535}"/>
              </a:ext>
            </a:extLst>
          </p:cNvPr>
          <p:cNvSpPr/>
          <p:nvPr/>
        </p:nvSpPr>
        <p:spPr>
          <a:xfrm>
            <a:off x="3227903" y="1741531"/>
            <a:ext cx="94472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 descr="배지 체크 표시 단색으로 채워진">
            <a:extLst>
              <a:ext uri="{FF2B5EF4-FFF2-40B4-BE49-F238E27FC236}">
                <a16:creationId xmlns:a16="http://schemas.microsoft.com/office/drawing/2014/main" id="{64175018-9E66-B51E-0C4F-39618571A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35013" y="1579708"/>
            <a:ext cx="426575" cy="312447"/>
          </a:xfrm>
          <a:prstGeom prst="rect">
            <a:avLst/>
          </a:prstGeom>
        </p:spPr>
      </p:pic>
      <p:pic>
        <p:nvPicPr>
          <p:cNvPr id="25" name="그래픽 24" descr="좌뇌 단색으로 채워진">
            <a:extLst>
              <a:ext uri="{FF2B5EF4-FFF2-40B4-BE49-F238E27FC236}">
                <a16:creationId xmlns:a16="http://schemas.microsoft.com/office/drawing/2014/main" id="{ED35888D-B89C-3163-D9D8-74E5CE59F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03023" y="1551701"/>
            <a:ext cx="516156" cy="316842"/>
          </a:xfrm>
          <a:prstGeom prst="rect">
            <a:avLst/>
          </a:prstGeom>
        </p:spPr>
      </p:pic>
      <p:pic>
        <p:nvPicPr>
          <p:cNvPr id="28" name="그래픽 27" descr="뇌 단색으로 채워진">
            <a:extLst>
              <a:ext uri="{FF2B5EF4-FFF2-40B4-BE49-F238E27FC236}">
                <a16:creationId xmlns:a16="http://schemas.microsoft.com/office/drawing/2014/main" id="{AE9AC537-CE83-484C-A983-57DDE3715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1009" y="1551700"/>
            <a:ext cx="391512" cy="298319"/>
          </a:xfrm>
          <a:prstGeom prst="rect">
            <a:avLst/>
          </a:prstGeom>
        </p:spPr>
      </p:pic>
      <p:pic>
        <p:nvPicPr>
          <p:cNvPr id="30" name="그래픽 29" descr="플레이북 단색으로 채워진">
            <a:extLst>
              <a:ext uri="{FF2B5EF4-FFF2-40B4-BE49-F238E27FC236}">
                <a16:creationId xmlns:a16="http://schemas.microsoft.com/office/drawing/2014/main" id="{375F7F17-7FDE-F90F-055E-D8D5E5F66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33930" y="1548845"/>
            <a:ext cx="516156" cy="377185"/>
          </a:xfrm>
          <a:prstGeom prst="rect">
            <a:avLst/>
          </a:prstGeom>
        </p:spPr>
      </p:pic>
      <p:sp>
        <p:nvSpPr>
          <p:cNvPr id="33" name="순서도: 자기 디스크 32">
            <a:extLst>
              <a:ext uri="{FF2B5EF4-FFF2-40B4-BE49-F238E27FC236}">
                <a16:creationId xmlns:a16="http://schemas.microsoft.com/office/drawing/2014/main" id="{94E46FA7-281D-F2C8-2620-8DAFA1F71694}"/>
              </a:ext>
            </a:extLst>
          </p:cNvPr>
          <p:cNvSpPr/>
          <p:nvPr/>
        </p:nvSpPr>
        <p:spPr>
          <a:xfrm>
            <a:off x="1450246" y="2341240"/>
            <a:ext cx="1950198" cy="386596"/>
          </a:xfrm>
          <a:prstGeom prst="flowChartMagneticDisk">
            <a:avLst/>
          </a:prstGeom>
          <a:solidFill>
            <a:srgbClr val="1457AC"/>
          </a:solidFill>
          <a:ln>
            <a:solidFill>
              <a:srgbClr val="FEFEFE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+mn-ea"/>
              </a:rPr>
              <a:t>Pack Prpository</a:t>
            </a:r>
            <a:endParaRPr lang="ko-KR" altLang="en-US" sz="1200">
              <a:latin typeface="+mn-ea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BC8D5D5-1E52-B7BC-A8CD-8A58EF14E889}"/>
              </a:ext>
            </a:extLst>
          </p:cNvPr>
          <p:cNvCxnSpPr>
            <a:stCxn id="8" idx="2"/>
            <a:endCxn id="33" idx="2"/>
          </p:cNvCxnSpPr>
          <p:nvPr/>
        </p:nvCxnSpPr>
        <p:spPr>
          <a:xfrm rot="16200000" flipH="1">
            <a:off x="993086" y="2077378"/>
            <a:ext cx="373238" cy="541083"/>
          </a:xfrm>
          <a:prstGeom prst="bentConnector2">
            <a:avLst/>
          </a:prstGeom>
          <a:ln>
            <a:solidFill>
              <a:srgbClr val="1457A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1B1D331-4C3C-60D1-FCC9-CCC61D1561F9}"/>
              </a:ext>
            </a:extLst>
          </p:cNvPr>
          <p:cNvCxnSpPr/>
          <p:nvPr/>
        </p:nvCxnSpPr>
        <p:spPr>
          <a:xfrm>
            <a:off x="1850605" y="2161300"/>
            <a:ext cx="0" cy="17994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E61B00A-9CD1-C6A3-E5B8-F6A882225150}"/>
              </a:ext>
            </a:extLst>
          </p:cNvPr>
          <p:cNvCxnSpPr/>
          <p:nvPr/>
        </p:nvCxnSpPr>
        <p:spPr>
          <a:xfrm>
            <a:off x="2794976" y="2161300"/>
            <a:ext cx="0" cy="17994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405A47DF-598D-24E3-561F-1D6B353ADF88}"/>
              </a:ext>
            </a:extLst>
          </p:cNvPr>
          <p:cNvCxnSpPr>
            <a:stCxn id="33" idx="4"/>
            <a:endCxn id="14" idx="2"/>
          </p:cNvCxnSpPr>
          <p:nvPr/>
        </p:nvCxnSpPr>
        <p:spPr>
          <a:xfrm flipV="1">
            <a:off x="3400444" y="2161300"/>
            <a:ext cx="353011" cy="373238"/>
          </a:xfrm>
          <a:prstGeom prst="bentConnector2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37FF2D8-2CF4-48EF-D847-9D21CEFF12B8}"/>
              </a:ext>
            </a:extLst>
          </p:cNvPr>
          <p:cNvSpPr/>
          <p:nvPr/>
        </p:nvSpPr>
        <p:spPr>
          <a:xfrm>
            <a:off x="705759" y="2977492"/>
            <a:ext cx="3441305" cy="357776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A0742-CD33-201D-5F37-751CBF3A6223}"/>
              </a:ext>
            </a:extLst>
          </p:cNvPr>
          <p:cNvSpPr txBox="1"/>
          <p:nvPr/>
        </p:nvSpPr>
        <p:spPr>
          <a:xfrm>
            <a:off x="809096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버전관리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ADB3DC-F56C-BC14-62E7-D7EEEDF0C3C5}"/>
              </a:ext>
            </a:extLst>
          </p:cNvPr>
          <p:cNvSpPr txBox="1"/>
          <p:nvPr/>
        </p:nvSpPr>
        <p:spPr>
          <a:xfrm>
            <a:off x="1637098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이력</a:t>
            </a:r>
            <a:endParaRPr kumimoji="0" lang="ko-KR" altLang="en-US" sz="10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CE85CA-EA8A-1FAB-6F1F-FD49BA096052}"/>
              </a:ext>
            </a:extLst>
          </p:cNvPr>
          <p:cNvSpPr txBox="1"/>
          <p:nvPr/>
        </p:nvSpPr>
        <p:spPr>
          <a:xfrm>
            <a:off x="2465100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비교</a:t>
            </a:r>
            <a:r>
              <a:rPr kumimoji="0" lang="en-US" altLang="ko-KR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/Diff</a:t>
            </a:r>
            <a:endParaRPr kumimoji="0" lang="ko-KR" altLang="en-US" sz="10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7983D3-D2ED-270D-FF04-780C4F6D55DA}"/>
              </a:ext>
            </a:extLst>
          </p:cNvPr>
          <p:cNvSpPr txBox="1"/>
          <p:nvPr/>
        </p:nvSpPr>
        <p:spPr>
          <a:xfrm>
            <a:off x="3293102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승인관리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66A2B96-6076-38DA-63EB-7BE38A963040}"/>
              </a:ext>
            </a:extLst>
          </p:cNvPr>
          <p:cNvSpPr/>
          <p:nvPr/>
        </p:nvSpPr>
        <p:spPr>
          <a:xfrm>
            <a:off x="467281" y="3570471"/>
            <a:ext cx="2130074" cy="821754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 </a:t>
            </a:r>
            <a:r>
              <a: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배포 관리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4A6A9F-C507-3FB4-8F3F-073D5CC55001}"/>
              </a:ext>
            </a:extLst>
          </p:cNvPr>
          <p:cNvSpPr txBox="1"/>
          <p:nvPr/>
        </p:nvSpPr>
        <p:spPr>
          <a:xfrm>
            <a:off x="487839" y="3831398"/>
            <a:ext cx="1962909" cy="320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서비스별 </a:t>
            </a:r>
            <a:r>
              <a:rPr lang="en-US" altLang="ko-KR" sz="900">
                <a:latin typeface="+mj-ea"/>
                <a:ea typeface="+mj-ea"/>
              </a:rPr>
              <a:t>Pack </a:t>
            </a:r>
            <a:r>
              <a:rPr lang="ko-KR" altLang="en-US" sz="900">
                <a:latin typeface="+mj-ea"/>
                <a:ea typeface="+mj-ea"/>
              </a:rPr>
              <a:t>빌드</a:t>
            </a:r>
            <a:r>
              <a:rPr lang="en-US" altLang="ko-KR" sz="900">
                <a:latin typeface="+mj-ea"/>
                <a:ea typeface="+mj-ea"/>
              </a:rPr>
              <a:t>(</a:t>
            </a:r>
            <a:r>
              <a:rPr lang="ko-KR" altLang="en-US" sz="900">
                <a:latin typeface="+mj-ea"/>
                <a:ea typeface="+mj-ea"/>
              </a:rPr>
              <a:t>암호화</a:t>
            </a:r>
            <a:r>
              <a:rPr lang="en-US" altLang="ko-KR" sz="900">
                <a:latin typeface="+mj-ea"/>
                <a:ea typeface="+mj-ea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배포 패키지 생성</a:t>
            </a:r>
            <a:endParaRPr lang="en-US" altLang="ko-KR" sz="90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배포 이력 및상태 관리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F863B1F-0F83-033E-6265-C9366747D820}"/>
              </a:ext>
            </a:extLst>
          </p:cNvPr>
          <p:cNvSpPr/>
          <p:nvPr/>
        </p:nvSpPr>
        <p:spPr>
          <a:xfrm>
            <a:off x="2751629" y="3583993"/>
            <a:ext cx="1454869" cy="809666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배포 패키지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C5D2A8-3BF4-90AB-22E3-53A4AEDC9A43}"/>
              </a:ext>
            </a:extLst>
          </p:cNvPr>
          <p:cNvSpPr txBox="1"/>
          <p:nvPr/>
        </p:nvSpPr>
        <p:spPr>
          <a:xfrm>
            <a:off x="3127840" y="3898815"/>
            <a:ext cx="1301926" cy="232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latin typeface="+mj-ea"/>
                <a:ea typeface="+mj-ea"/>
              </a:rPr>
              <a:t>Service-Packv1.0.0.zip</a:t>
            </a:r>
            <a:endParaRPr lang="ko-KR" altLang="en-US" sz="900"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A807B34-817C-5F3E-D17E-E1C76F62C852}"/>
              </a:ext>
            </a:extLst>
          </p:cNvPr>
          <p:cNvGrpSpPr/>
          <p:nvPr/>
        </p:nvGrpSpPr>
        <p:grpSpPr>
          <a:xfrm>
            <a:off x="2866035" y="3898815"/>
            <a:ext cx="289559" cy="313905"/>
            <a:chOff x="2588548" y="5512138"/>
            <a:chExt cx="263236" cy="340180"/>
          </a:xfrm>
        </p:grpSpPr>
        <p:pic>
          <p:nvPicPr>
            <p:cNvPr id="52" name="Image 16" descr="preencoded.png">
              <a:extLst>
                <a:ext uri="{FF2B5EF4-FFF2-40B4-BE49-F238E27FC236}">
                  <a16:creationId xmlns:a16="http://schemas.microsoft.com/office/drawing/2014/main" id="{0B39AED3-1922-3483-4135-4729E9068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588548" y="5512138"/>
              <a:ext cx="263236" cy="263236"/>
            </a:xfrm>
            <a:prstGeom prst="rect">
              <a:avLst/>
            </a:prstGeom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5CCA419-854F-92A1-508E-5C21088F8E3F}"/>
                </a:ext>
              </a:extLst>
            </p:cNvPr>
            <p:cNvSpPr/>
            <p:nvPr/>
          </p:nvSpPr>
          <p:spPr>
            <a:xfrm>
              <a:off x="2603009" y="5698430"/>
              <a:ext cx="245365" cy="153888"/>
            </a:xfrm>
            <a:prstGeom prst="rect">
              <a:avLst/>
            </a:prstGeom>
            <a:solidFill>
              <a:srgbClr val="16245C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+mj-ea"/>
                  <a:ea typeface="+mj-ea"/>
                </a:rPr>
                <a:t>ZIP</a:t>
              </a:r>
              <a:endParaRPr lang="ko-KR" altLang="en-US" sz="8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7D206A5E-581A-729B-86A2-68358F44B6F6}"/>
              </a:ext>
            </a:extLst>
          </p:cNvPr>
          <p:cNvCxnSpPr>
            <a:cxnSpLocks/>
            <a:stCxn id="33" idx="3"/>
            <a:endCxn id="42" idx="0"/>
          </p:cNvCxnSpPr>
          <p:nvPr/>
        </p:nvCxnSpPr>
        <p:spPr>
          <a:xfrm>
            <a:off x="2425345" y="2727836"/>
            <a:ext cx="1066" cy="249656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1B6C9A37-3DD9-5130-6AC7-3DED7D984A25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532318" y="3335268"/>
            <a:ext cx="0" cy="235203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98619313-CBD1-2835-48AB-9BE510316DBF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616268" y="3988826"/>
            <a:ext cx="135361" cy="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F16583-8EBE-557F-5659-0F3C965A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89716"/>
              </p:ext>
            </p:extLst>
          </p:nvPr>
        </p:nvGraphicFramePr>
        <p:xfrm>
          <a:off x="4876799" y="4563745"/>
          <a:ext cx="4759959" cy="1892149"/>
        </p:xfrm>
        <a:graphic>
          <a:graphicData uri="http://schemas.openxmlformats.org/drawingml/2006/table">
            <a:tbl>
              <a:tblPr/>
              <a:tblGrid>
                <a:gridCol w="89685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931554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1931554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1000" b="1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4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챗봇 </a:t>
                      </a: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일반방식</a:t>
                      </a:r>
                      <a:endParaRPr lang="ko-KR" sz="10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J-Brain Intent Pack Platform</a:t>
                      </a:r>
                      <a:endParaRPr lang="ko-KR" sz="10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아키텍쳐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외부 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LLM/API 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의존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경량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NLU + Intent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매칭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 환경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클라우드 중심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폐쇄망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Pack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응답 방식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생성형 답변 중심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정형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Action +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근거 응답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시행 연계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 실행 연계 제한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SQL/API/Route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연결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보안</a:t>
                      </a:r>
                      <a:r>
                        <a:rPr lang="en-US" altLang="ko-KR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통제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환각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보안 우려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승인형 운영 통제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66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운영 속도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모델 비용 부담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CPU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기반 경량 운영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관리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수동 운영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자동 후보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+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검증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7B82BDA7-9FAD-4A2F-C5C9-CC3B01FD0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80657"/>
              </p:ext>
            </p:extLst>
          </p:nvPr>
        </p:nvGraphicFramePr>
        <p:xfrm>
          <a:off x="404629" y="4563745"/>
          <a:ext cx="4261034" cy="1856553"/>
        </p:xfrm>
        <a:graphic>
          <a:graphicData uri="http://schemas.openxmlformats.org/drawingml/2006/table">
            <a:tbl>
              <a:tblPr/>
              <a:tblGrid>
                <a:gridCol w="1099051">
                  <a:extLst>
                    <a:ext uri="{9D8B030D-6E8A-4147-A177-3AD203B41FA5}">
                      <a16:colId xmlns:a16="http://schemas.microsoft.com/office/drawing/2014/main" val="3298035148"/>
                    </a:ext>
                  </a:extLst>
                </a:gridCol>
                <a:gridCol w="3161983">
                  <a:extLst>
                    <a:ext uri="{9D8B030D-6E8A-4147-A177-3AD203B41FA5}">
                      <a16:colId xmlns:a16="http://schemas.microsoft.com/office/drawing/2014/main" val="3625636775"/>
                    </a:ext>
                  </a:extLst>
                </a:gridCol>
              </a:tblGrid>
              <a:tr h="252681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Intent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26358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Intent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사용자 질문 예서 및 의도 정의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609052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Entity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업무 용어 및 동의어 사전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23000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Menu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메뉴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화면 정보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URL,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권한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006136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FAQ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FAQ,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매뉴얼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문서 정보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466032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Action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API, SQL, Template,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정의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66776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Synonym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동의어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표현 확장 사전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399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07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E915-D337-1081-25A6-7CB5B69F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F5206184-A6A0-3005-CE46-FF6CE1A0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기술 스택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5141434-C11F-E4C0-310F-98A128672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9455"/>
              </p:ext>
            </p:extLst>
          </p:nvPr>
        </p:nvGraphicFramePr>
        <p:xfrm>
          <a:off x="236538" y="4289067"/>
          <a:ext cx="5268630" cy="2083079"/>
        </p:xfrm>
        <a:graphic>
          <a:graphicData uri="http://schemas.openxmlformats.org/drawingml/2006/table">
            <a:tbl>
              <a:tblPr/>
              <a:tblGrid>
                <a:gridCol w="138509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219539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결정 사항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선택</a:t>
                      </a:r>
                    </a:p>
                  </a:txBody>
                  <a:tcPr marL="76200" marR="76200" marT="26023" marB="2602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이유</a:t>
                      </a:r>
                    </a:p>
                  </a:txBody>
                  <a:tcPr marL="76200" marR="76200" marT="26023" marB="26023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프론트엔드</a:t>
                      </a:r>
                      <a:r>
                        <a:rPr lang="en-US" alt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React + Vite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SPA 기반 관리자 UI, HMR 지원으로 빠른 개발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API 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FastAPI (비동기)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자동 OpenAPI 문서, 타입 안전성, 고성능 비동기 I/O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ORM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SQLAlchemy 2.0 async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비동기 DB 접근, 타입 힌트 기반 모델 정의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벡터 DB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PostgreSQL + pgvector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관계형 데이터와 벡터 임베딩을 단일 DB에서 관리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AI 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LangChain + LangGraph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RAG 파이프라인 표준화, 상태 기반 Agent Workflow 구성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그래프 시각화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react-force-graph-2d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Entity/Relation 네트워크를 인터랙티브하게 표시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인증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JWT (HS256)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무상태 토큰 기반 인증, 세션 서버 불필요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0933193D-8909-BD30-BC4B-6E9B98BCD28F}"/>
              </a:ext>
            </a:extLst>
          </p:cNvPr>
          <p:cNvGrpSpPr/>
          <p:nvPr/>
        </p:nvGrpSpPr>
        <p:grpSpPr>
          <a:xfrm>
            <a:off x="236538" y="984171"/>
            <a:ext cx="9360723" cy="2949697"/>
            <a:chOff x="340739" y="1113420"/>
            <a:chExt cx="9360723" cy="3084869"/>
          </a:xfrm>
        </p:grpSpPr>
        <p:sp>
          <p:nvSpPr>
            <p:cNvPr id="70" name="Text 29">
              <a:extLst>
                <a:ext uri="{FF2B5EF4-FFF2-40B4-BE49-F238E27FC236}">
                  <a16:creationId xmlns:a16="http://schemas.microsoft.com/office/drawing/2014/main" id="{1E1A2462-050A-5F28-9BE3-627978EAA5FF}"/>
                </a:ext>
              </a:extLst>
            </p:cNvPr>
            <p:cNvSpPr txBox="1"/>
            <p:nvPr/>
          </p:nvSpPr>
          <p:spPr>
            <a:xfrm>
              <a:off x="340739" y="1113420"/>
              <a:ext cx="3251200" cy="267005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기술 스택 요약 다이어그램</a:t>
              </a:r>
              <a:endParaRPr 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Shape 3">
              <a:extLst>
                <a:ext uri="{FF2B5EF4-FFF2-40B4-BE49-F238E27FC236}">
                  <a16:creationId xmlns:a16="http://schemas.microsoft.com/office/drawing/2014/main" id="{3FAF7F4B-A276-BBF0-E854-4377B03BBBD1}"/>
                </a:ext>
              </a:extLst>
            </p:cNvPr>
            <p:cNvSpPr/>
            <p:nvPr/>
          </p:nvSpPr>
          <p:spPr>
            <a:xfrm>
              <a:off x="340917" y="1380426"/>
              <a:ext cx="9360545" cy="28178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013FF4A-C28D-278F-3115-D4E537BDA07E}"/>
                </a:ext>
              </a:extLst>
            </p:cNvPr>
            <p:cNvSpPr/>
            <p:nvPr/>
          </p:nvSpPr>
          <p:spPr>
            <a:xfrm>
              <a:off x="662474" y="2246243"/>
              <a:ext cx="1789236" cy="1816874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프론트엔드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포트  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5174)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0F076190-5E09-D5E7-218C-00674AD1693A}"/>
                </a:ext>
              </a:extLst>
            </p:cNvPr>
            <p:cNvSpPr/>
            <p:nvPr/>
          </p:nvSpPr>
          <p:spPr>
            <a:xfrm>
              <a:off x="788193" y="319248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18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999DA04-4258-70BE-CDD6-0DA43244AD48}"/>
                </a:ext>
              </a:extLst>
            </p:cNvPr>
            <p:cNvSpPr/>
            <p:nvPr/>
          </p:nvSpPr>
          <p:spPr>
            <a:xfrm>
              <a:off x="6069723" y="2946051"/>
              <a:ext cx="2868010" cy="1117066"/>
            </a:xfrm>
            <a:prstGeom prst="roundRect">
              <a:avLst>
                <a:gd name="adj" fmla="val 4468"/>
              </a:avLst>
            </a:prstGeom>
            <a:solidFill>
              <a:srgbClr val="EDF5EE"/>
            </a:solidFill>
            <a:ln w="9525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AI/ML </a:t>
              </a:r>
              <a:r>
                <a:rPr kumimoji="0" lang="ko-KR" altLang="en-US" sz="1050" b="1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파이프라인</a:t>
              </a:r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83923E74-7E40-9BDC-33E4-4E90BAFFB7E6}"/>
                </a:ext>
              </a:extLst>
            </p:cNvPr>
            <p:cNvSpPr/>
            <p:nvPr/>
          </p:nvSpPr>
          <p:spPr>
            <a:xfrm>
              <a:off x="6299518" y="3479451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LanChain 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FBD8B2C-DA71-A0BE-B361-E4FCF470692E}"/>
                </a:ext>
              </a:extLst>
            </p:cNvPr>
            <p:cNvSpPr/>
            <p:nvPr/>
          </p:nvSpPr>
          <p:spPr>
            <a:xfrm>
              <a:off x="6030821" y="1544628"/>
              <a:ext cx="2906912" cy="1106078"/>
            </a:xfrm>
            <a:prstGeom prst="roundRect">
              <a:avLst>
                <a:gd name="adj" fmla="val 446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베이스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E5E074E-FCF2-687C-B708-8E0A5FE2BDEF}"/>
                </a:ext>
              </a:extLst>
            </p:cNvPr>
            <p:cNvSpPr/>
            <p:nvPr/>
          </p:nvSpPr>
          <p:spPr>
            <a:xfrm>
              <a:off x="6083857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SQLAlchemy 2.0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4739F84-8C9F-CA78-22D1-9A8454933BE9}"/>
                </a:ext>
              </a:extLst>
            </p:cNvPr>
            <p:cNvSpPr txBox="1"/>
            <p:nvPr/>
          </p:nvSpPr>
          <p:spPr>
            <a:xfrm>
              <a:off x="2549602" y="3049226"/>
              <a:ext cx="851324" cy="2785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800">
                  <a:latin typeface="+mj-ea"/>
                  <a:ea typeface="+mj-ea"/>
                </a:rPr>
                <a:t>Vite Proxy / api</a:t>
              </a:r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00BFFE-A9B2-4F9F-F6E5-DA82660FBE1D}"/>
                </a:ext>
              </a:extLst>
            </p:cNvPr>
            <p:cNvSpPr/>
            <p:nvPr/>
          </p:nvSpPr>
          <p:spPr>
            <a:xfrm>
              <a:off x="684757" y="1484243"/>
              <a:ext cx="1512208" cy="571169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Docs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260223A-67BC-9482-B8B4-CE8113D36429}"/>
                </a:ext>
              </a:extLst>
            </p:cNvPr>
            <p:cNvSpPr/>
            <p:nvPr/>
          </p:nvSpPr>
          <p:spPr>
            <a:xfrm>
              <a:off x="758941" y="1760717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pdfplumber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C8F0293-CDAC-E782-A1A3-11276D57C61F}"/>
                </a:ext>
              </a:extLst>
            </p:cNvPr>
            <p:cNvSpPr/>
            <p:nvPr/>
          </p:nvSpPr>
          <p:spPr>
            <a:xfrm>
              <a:off x="1463144" y="1760717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Python-docx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279536E-91C2-5D69-215E-1425F9AA1D80}"/>
                </a:ext>
              </a:extLst>
            </p:cNvPr>
            <p:cNvSpPr/>
            <p:nvPr/>
          </p:nvSpPr>
          <p:spPr>
            <a:xfrm>
              <a:off x="1715131" y="2617175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Vite 5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03CD3EF-5095-2BA1-96E0-1B3B9AE20D80}"/>
                </a:ext>
              </a:extLst>
            </p:cNvPr>
            <p:cNvSpPr/>
            <p:nvPr/>
          </p:nvSpPr>
          <p:spPr>
            <a:xfrm>
              <a:off x="1715131" y="2902834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Router 7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FFD7230-6773-7056-3A4A-20ED115C1C4D}"/>
                </a:ext>
              </a:extLst>
            </p:cNvPr>
            <p:cNvSpPr/>
            <p:nvPr/>
          </p:nvSpPr>
          <p:spPr>
            <a:xfrm>
              <a:off x="1715131" y="3188493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Axios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DB16569E-FE69-9719-225B-C66E433BE9A6}"/>
                </a:ext>
              </a:extLst>
            </p:cNvPr>
            <p:cNvSpPr/>
            <p:nvPr/>
          </p:nvSpPr>
          <p:spPr>
            <a:xfrm>
              <a:off x="1715131" y="3474152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Force Graph 2D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D7962B0F-3036-AFA1-25F5-03A5EA419756}"/>
                </a:ext>
              </a:extLst>
            </p:cNvPr>
            <p:cNvSpPr/>
            <p:nvPr/>
          </p:nvSpPr>
          <p:spPr>
            <a:xfrm>
              <a:off x="1715131" y="3759809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Markdown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0" name="연결선: 꺾임 142">
              <a:extLst>
                <a:ext uri="{FF2B5EF4-FFF2-40B4-BE49-F238E27FC236}">
                  <a16:creationId xmlns:a16="http://schemas.microsoft.com/office/drawing/2014/main" id="{E0C6EDCE-4CD9-6C89-EFF7-B7F17FC26625}"/>
                </a:ext>
              </a:extLst>
            </p:cNvPr>
            <p:cNvCxnSpPr>
              <a:cxnSpLocks/>
              <a:stCxn id="79" idx="3"/>
              <a:endCxn id="25" idx="1"/>
            </p:cNvCxnSpPr>
            <p:nvPr/>
          </p:nvCxnSpPr>
          <p:spPr>
            <a:xfrm flipV="1">
              <a:off x="1440861" y="2717013"/>
              <a:ext cx="274270" cy="57531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142">
              <a:extLst>
                <a:ext uri="{FF2B5EF4-FFF2-40B4-BE49-F238E27FC236}">
                  <a16:creationId xmlns:a16="http://schemas.microsoft.com/office/drawing/2014/main" id="{A6769203-30DA-7116-1F59-BAEF41E45203}"/>
                </a:ext>
              </a:extLst>
            </p:cNvPr>
            <p:cNvCxnSpPr>
              <a:cxnSpLocks/>
              <a:stCxn id="79" idx="3"/>
              <a:endCxn id="26" idx="1"/>
            </p:cNvCxnSpPr>
            <p:nvPr/>
          </p:nvCxnSpPr>
          <p:spPr>
            <a:xfrm flipV="1">
              <a:off x="1440861" y="3002672"/>
              <a:ext cx="274270" cy="2896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142">
              <a:extLst>
                <a:ext uri="{FF2B5EF4-FFF2-40B4-BE49-F238E27FC236}">
                  <a16:creationId xmlns:a16="http://schemas.microsoft.com/office/drawing/2014/main" id="{BCF193AF-44FE-6191-7E64-3A642CB8B2B0}"/>
                </a:ext>
              </a:extLst>
            </p:cNvPr>
            <p:cNvCxnSpPr>
              <a:cxnSpLocks/>
              <a:stCxn id="79" idx="3"/>
              <a:endCxn id="27" idx="1"/>
            </p:cNvCxnSpPr>
            <p:nvPr/>
          </p:nvCxnSpPr>
          <p:spPr>
            <a:xfrm flipV="1">
              <a:off x="1440861" y="3288331"/>
              <a:ext cx="274270" cy="3993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연결선: 꺾임 142">
              <a:extLst>
                <a:ext uri="{FF2B5EF4-FFF2-40B4-BE49-F238E27FC236}">
                  <a16:creationId xmlns:a16="http://schemas.microsoft.com/office/drawing/2014/main" id="{D8C04F33-C12D-BD31-0FAE-8C3BA45EE5C4}"/>
                </a:ext>
              </a:extLst>
            </p:cNvPr>
            <p:cNvCxnSpPr>
              <a:cxnSpLocks/>
              <a:stCxn id="79" idx="3"/>
              <a:endCxn id="28" idx="1"/>
            </p:cNvCxnSpPr>
            <p:nvPr/>
          </p:nvCxnSpPr>
          <p:spPr>
            <a:xfrm>
              <a:off x="1440861" y="3292324"/>
              <a:ext cx="274270" cy="281666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연결선: 꺾임 142">
              <a:extLst>
                <a:ext uri="{FF2B5EF4-FFF2-40B4-BE49-F238E27FC236}">
                  <a16:creationId xmlns:a16="http://schemas.microsoft.com/office/drawing/2014/main" id="{BC481F55-9319-DE14-2B9F-E92829630AD0}"/>
                </a:ext>
              </a:extLst>
            </p:cNvPr>
            <p:cNvCxnSpPr>
              <a:cxnSpLocks/>
              <a:stCxn id="79" idx="3"/>
              <a:endCxn id="29" idx="1"/>
            </p:cNvCxnSpPr>
            <p:nvPr/>
          </p:nvCxnSpPr>
          <p:spPr>
            <a:xfrm>
              <a:off x="1440861" y="3292324"/>
              <a:ext cx="274270" cy="567323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EA79189-D5D1-149D-4EFF-9A352C144641}"/>
                </a:ext>
              </a:extLst>
            </p:cNvPr>
            <p:cNvSpPr/>
            <p:nvPr/>
          </p:nvSpPr>
          <p:spPr>
            <a:xfrm>
              <a:off x="3448551" y="2289630"/>
              <a:ext cx="1789236" cy="1522718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lvl="0" algn="ctr"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백엔드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포트  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8080)</a:t>
              </a:r>
              <a:endParaRPr lang="ko-KR" altLang="en-US" sz="105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B4122486-09F2-5D9E-F014-7786A52B3657}"/>
                </a:ext>
              </a:extLst>
            </p:cNvPr>
            <p:cNvSpPr/>
            <p:nvPr/>
          </p:nvSpPr>
          <p:spPr>
            <a:xfrm>
              <a:off x="3542478" y="305369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FastAPI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AC852436-E16E-6AE7-10E2-707F45743C4F}"/>
                </a:ext>
              </a:extLst>
            </p:cNvPr>
            <p:cNvSpPr/>
            <p:nvPr/>
          </p:nvSpPr>
          <p:spPr>
            <a:xfrm>
              <a:off x="4508787" y="2620079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Uvicorn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416DE64-957A-83B2-14A6-916EBD55B2F3}"/>
                </a:ext>
              </a:extLst>
            </p:cNvPr>
            <p:cNvSpPr/>
            <p:nvPr/>
          </p:nvSpPr>
          <p:spPr>
            <a:xfrm>
              <a:off x="4508787" y="305369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Pydanic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10CAE01D-E8B7-BF39-F382-A8E4718F5D4E}"/>
                </a:ext>
              </a:extLst>
            </p:cNvPr>
            <p:cNvSpPr/>
            <p:nvPr/>
          </p:nvSpPr>
          <p:spPr>
            <a:xfrm>
              <a:off x="4508787" y="3474985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PyJWT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" name="연결선: 꺾임 142">
              <a:extLst>
                <a:ext uri="{FF2B5EF4-FFF2-40B4-BE49-F238E27FC236}">
                  <a16:creationId xmlns:a16="http://schemas.microsoft.com/office/drawing/2014/main" id="{63843F76-1B82-E88C-7E92-3287E67A3E0D}"/>
                </a:ext>
              </a:extLst>
            </p:cNvPr>
            <p:cNvCxnSpPr>
              <a:cxnSpLocks/>
              <a:stCxn id="52" idx="3"/>
              <a:endCxn id="53" idx="1"/>
            </p:cNvCxnSpPr>
            <p:nvPr/>
          </p:nvCxnSpPr>
          <p:spPr>
            <a:xfrm flipV="1">
              <a:off x="4195146" y="2719917"/>
              <a:ext cx="313641" cy="433617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142">
              <a:extLst>
                <a:ext uri="{FF2B5EF4-FFF2-40B4-BE49-F238E27FC236}">
                  <a16:creationId xmlns:a16="http://schemas.microsoft.com/office/drawing/2014/main" id="{CF223DB3-A02A-3712-7B17-CE033484FC9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>
              <a:off x="4195146" y="3153534"/>
              <a:ext cx="313641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142">
              <a:extLst>
                <a:ext uri="{FF2B5EF4-FFF2-40B4-BE49-F238E27FC236}">
                  <a16:creationId xmlns:a16="http://schemas.microsoft.com/office/drawing/2014/main" id="{E1E801CD-3365-EA25-D121-2447400D4A42}"/>
                </a:ext>
              </a:extLst>
            </p:cNvPr>
            <p:cNvCxnSpPr>
              <a:cxnSpLocks/>
              <a:stCxn id="52" idx="3"/>
              <a:endCxn id="55" idx="1"/>
            </p:cNvCxnSpPr>
            <p:nvPr/>
          </p:nvCxnSpPr>
          <p:spPr>
            <a:xfrm>
              <a:off x="4195146" y="3153534"/>
              <a:ext cx="313641" cy="421289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8A238F8B-8B2D-348A-D9C7-FE4058A2CBFF}"/>
                </a:ext>
              </a:extLst>
            </p:cNvPr>
            <p:cNvSpPr/>
            <p:nvPr/>
          </p:nvSpPr>
          <p:spPr>
            <a:xfrm>
              <a:off x="7098252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PostgreSQL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DF753FF4-0CD2-D0BB-E099-1219099EA494}"/>
                </a:ext>
              </a:extLst>
            </p:cNvPr>
            <p:cNvSpPr/>
            <p:nvPr/>
          </p:nvSpPr>
          <p:spPr>
            <a:xfrm>
              <a:off x="8112647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pgvector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97FDAEBE-01D8-6DEA-FC08-39C1B573FC3B}"/>
                </a:ext>
              </a:extLst>
            </p:cNvPr>
            <p:cNvSpPr/>
            <p:nvPr/>
          </p:nvSpPr>
          <p:spPr>
            <a:xfrm>
              <a:off x="7098252" y="2317989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asycpg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3" name="연결선: 꺾임 142">
              <a:extLst>
                <a:ext uri="{FF2B5EF4-FFF2-40B4-BE49-F238E27FC236}">
                  <a16:creationId xmlns:a16="http://schemas.microsoft.com/office/drawing/2014/main" id="{ACBCD1DB-9BF5-A25B-BF56-2A7858862D7F}"/>
                </a:ext>
              </a:extLst>
            </p:cNvPr>
            <p:cNvCxnSpPr>
              <a:cxnSpLocks/>
              <a:stCxn id="52" idx="0"/>
              <a:endCxn id="131" idx="1"/>
            </p:cNvCxnSpPr>
            <p:nvPr/>
          </p:nvCxnSpPr>
          <p:spPr>
            <a:xfrm rot="5400000" flipH="1" flipV="1">
              <a:off x="4486014" y="1455854"/>
              <a:ext cx="980641" cy="2215045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연결선: 꺾임 142">
              <a:extLst>
                <a:ext uri="{FF2B5EF4-FFF2-40B4-BE49-F238E27FC236}">
                  <a16:creationId xmlns:a16="http://schemas.microsoft.com/office/drawing/2014/main" id="{6387E5E9-0D5F-9656-035A-B14B60D7C009}"/>
                </a:ext>
              </a:extLst>
            </p:cNvPr>
            <p:cNvCxnSpPr>
              <a:cxnSpLocks/>
              <a:stCxn id="131" idx="2"/>
              <a:endCxn id="72" idx="1"/>
            </p:cNvCxnSpPr>
            <p:nvPr/>
          </p:nvCxnSpPr>
          <p:spPr>
            <a:xfrm rot="16200000" flipH="1">
              <a:off x="6656994" y="1997535"/>
              <a:ext cx="244934" cy="637581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연결선: 꺾임 142">
              <a:extLst>
                <a:ext uri="{FF2B5EF4-FFF2-40B4-BE49-F238E27FC236}">
                  <a16:creationId xmlns:a16="http://schemas.microsoft.com/office/drawing/2014/main" id="{59F955ED-B949-C281-950A-BA162C78422C}"/>
                </a:ext>
              </a:extLst>
            </p:cNvPr>
            <p:cNvCxnSpPr>
              <a:cxnSpLocks/>
              <a:stCxn id="131" idx="3"/>
              <a:endCxn id="69" idx="1"/>
            </p:cNvCxnSpPr>
            <p:nvPr/>
          </p:nvCxnSpPr>
          <p:spPr>
            <a:xfrm>
              <a:off x="6837485" y="2073055"/>
              <a:ext cx="260767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연결선: 꺾임 142">
              <a:extLst>
                <a:ext uri="{FF2B5EF4-FFF2-40B4-BE49-F238E27FC236}">
                  <a16:creationId xmlns:a16="http://schemas.microsoft.com/office/drawing/2014/main" id="{CBDF72CB-4797-3EB3-B5C9-22C3A127C644}"/>
                </a:ext>
              </a:extLst>
            </p:cNvPr>
            <p:cNvCxnSpPr>
              <a:cxnSpLocks/>
              <a:stCxn id="69" idx="3"/>
              <a:endCxn id="71" idx="1"/>
            </p:cNvCxnSpPr>
            <p:nvPr/>
          </p:nvCxnSpPr>
          <p:spPr>
            <a:xfrm>
              <a:off x="7851880" y="2073055"/>
              <a:ext cx="260767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70F09EA-D3AE-2C41-BA11-D0D0E995A13B}"/>
                </a:ext>
              </a:extLst>
            </p:cNvPr>
            <p:cNvSpPr/>
            <p:nvPr/>
          </p:nvSpPr>
          <p:spPr>
            <a:xfrm>
              <a:off x="8004659" y="3191947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LangGraph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E79B8209-C2A3-BD57-1C3A-A135BD394016}"/>
                </a:ext>
              </a:extLst>
            </p:cNvPr>
            <p:cNvSpPr/>
            <p:nvPr/>
          </p:nvSpPr>
          <p:spPr>
            <a:xfrm>
              <a:off x="8004659" y="3479451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OpenAI GPT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0886091D-02DF-219E-6FD2-329FB7817E6E}"/>
                </a:ext>
              </a:extLst>
            </p:cNvPr>
            <p:cNvSpPr/>
            <p:nvPr/>
          </p:nvSpPr>
          <p:spPr>
            <a:xfrm>
              <a:off x="8004659" y="3766956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Tet Splitters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4" name="연결선: 꺾임 142">
              <a:extLst>
                <a:ext uri="{FF2B5EF4-FFF2-40B4-BE49-F238E27FC236}">
                  <a16:creationId xmlns:a16="http://schemas.microsoft.com/office/drawing/2014/main" id="{C93811E5-F6F4-251A-0AF7-661E2CFEECCA}"/>
                </a:ext>
              </a:extLst>
            </p:cNvPr>
            <p:cNvCxnSpPr>
              <a:cxnSpLocks/>
              <a:stCxn id="123" idx="3"/>
              <a:endCxn id="91" idx="1"/>
            </p:cNvCxnSpPr>
            <p:nvPr/>
          </p:nvCxnSpPr>
          <p:spPr>
            <a:xfrm flipV="1">
              <a:off x="6984634" y="3303713"/>
              <a:ext cx="1020025" cy="287504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연결선: 꺾임 142">
              <a:extLst>
                <a:ext uri="{FF2B5EF4-FFF2-40B4-BE49-F238E27FC236}">
                  <a16:creationId xmlns:a16="http://schemas.microsoft.com/office/drawing/2014/main" id="{6F6EAA92-1FE0-393D-83BB-60E315875BD9}"/>
                </a:ext>
              </a:extLst>
            </p:cNvPr>
            <p:cNvCxnSpPr>
              <a:cxnSpLocks/>
              <a:stCxn id="123" idx="3"/>
              <a:endCxn id="92" idx="1"/>
            </p:cNvCxnSpPr>
            <p:nvPr/>
          </p:nvCxnSpPr>
          <p:spPr>
            <a:xfrm>
              <a:off x="6984634" y="3591217"/>
              <a:ext cx="1020025" cy="1270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연결선: 꺾임 142">
              <a:extLst>
                <a:ext uri="{FF2B5EF4-FFF2-40B4-BE49-F238E27FC236}">
                  <a16:creationId xmlns:a16="http://schemas.microsoft.com/office/drawing/2014/main" id="{F3740A90-585D-2595-E575-1623417AE8EF}"/>
                </a:ext>
              </a:extLst>
            </p:cNvPr>
            <p:cNvCxnSpPr>
              <a:cxnSpLocks/>
              <a:stCxn id="123" idx="3"/>
              <a:endCxn id="93" idx="1"/>
            </p:cNvCxnSpPr>
            <p:nvPr/>
          </p:nvCxnSpPr>
          <p:spPr>
            <a:xfrm>
              <a:off x="6984634" y="3591217"/>
              <a:ext cx="1020025" cy="287505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연결선: 꺾임 142">
              <a:extLst>
                <a:ext uri="{FF2B5EF4-FFF2-40B4-BE49-F238E27FC236}">
                  <a16:creationId xmlns:a16="http://schemas.microsoft.com/office/drawing/2014/main" id="{8C853E6D-D06C-D4B8-20B2-FF4331B2C6A6}"/>
                </a:ext>
              </a:extLst>
            </p:cNvPr>
            <p:cNvCxnSpPr>
              <a:cxnSpLocks/>
              <a:stCxn id="52" idx="2"/>
              <a:endCxn id="123" idx="1"/>
            </p:cNvCxnSpPr>
            <p:nvPr/>
          </p:nvCxnSpPr>
          <p:spPr>
            <a:xfrm rot="16200000" flipH="1">
              <a:off x="4915243" y="2206941"/>
              <a:ext cx="337845" cy="2430706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연결선: 꺾임 142">
              <a:extLst>
                <a:ext uri="{FF2B5EF4-FFF2-40B4-BE49-F238E27FC236}">
                  <a16:creationId xmlns:a16="http://schemas.microsoft.com/office/drawing/2014/main" id="{3CFA39A5-2905-5F84-87D8-A22B02958A2B}"/>
                </a:ext>
              </a:extLst>
            </p:cNvPr>
            <p:cNvCxnSpPr>
              <a:cxnSpLocks/>
              <a:stCxn id="25" idx="3"/>
              <a:endCxn id="52" idx="1"/>
            </p:cNvCxnSpPr>
            <p:nvPr/>
          </p:nvCxnSpPr>
          <p:spPr>
            <a:xfrm>
              <a:off x="2367799" y="2717013"/>
              <a:ext cx="1174679" cy="43652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40A1A5-292A-2813-6252-86E7B7BF0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87120"/>
              </p:ext>
            </p:extLst>
          </p:nvPr>
        </p:nvGraphicFramePr>
        <p:xfrm>
          <a:off x="5687622" y="4289067"/>
          <a:ext cx="4053277" cy="2019661"/>
        </p:xfrm>
        <a:graphic>
          <a:graphicData uri="http://schemas.openxmlformats.org/drawingml/2006/table">
            <a:tbl>
              <a:tblPr/>
              <a:tblGrid>
                <a:gridCol w="76370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644788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1644788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2380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900" b="1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4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챗봇 </a:t>
                      </a: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일반방식</a:t>
                      </a:r>
                      <a:endParaRPr lang="ko-KR" sz="9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J-Brain Intent Pack Platform</a:t>
                      </a:r>
                      <a:endParaRPr lang="ko-KR" sz="9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아키텍쳐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외부 </a:t>
                      </a:r>
                      <a:r>
                        <a:rPr lang="en-US" altLang="ko-KR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LLM/API </a:t>
                      </a: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의존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경량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NLU + Intent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매칭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배포 환경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클라우드 중심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폐쇄망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Pack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응답 방식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생성형 답변 중심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정형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Action +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근거 응답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시행 연계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 실행 연계 제한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SQL/API/Route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연결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보안</a:t>
                      </a:r>
                      <a:r>
                        <a:rPr lang="en-US" altLang="ko-KR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통제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환각</a:t>
                      </a:r>
                      <a:r>
                        <a:rPr lang="en-US" altLang="ko-KR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보안 우려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승인형 운영 통제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운영 속도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모델 비용 부담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CPU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기반 경량 운영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품질 관리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수동 운영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자동 후보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+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검증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6ECA97-1773-C764-C4A7-98234FBDEA9D}"/>
              </a:ext>
            </a:extLst>
          </p:cNvPr>
          <p:cNvSpPr txBox="1"/>
          <p:nvPr/>
        </p:nvSpPr>
        <p:spPr>
          <a:xfrm>
            <a:off x="5687622" y="4008986"/>
            <a:ext cx="1906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>
                <a:latin typeface="+mn-ea"/>
              </a:rPr>
              <a:t>기존 방식 대비 차별점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7FD4C-CE5D-B41D-451C-D845E7E635FF}"/>
              </a:ext>
            </a:extLst>
          </p:cNvPr>
          <p:cNvSpPr txBox="1"/>
          <p:nvPr/>
        </p:nvSpPr>
        <p:spPr>
          <a:xfrm>
            <a:off x="236716" y="4008986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>
                <a:latin typeface="+mn-ea"/>
              </a:rPr>
              <a:t>주요 기술 스택</a:t>
            </a:r>
          </a:p>
        </p:txBody>
      </p:sp>
    </p:spTree>
    <p:extLst>
      <p:ext uri="{BB962C8B-B14F-4D97-AF65-F5344CB8AC3E}">
        <p14:creationId xmlns:p14="http://schemas.microsoft.com/office/powerpoint/2010/main" val="160828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640B-CD5C-DB40-3BCC-FA3D64E0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A5B1381F-1DBE-236D-63A6-796077A6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46" y="268816"/>
            <a:ext cx="7577631" cy="424732"/>
          </a:xfrm>
        </p:spPr>
        <p:txBody>
          <a:bodyPr/>
          <a:lstStyle/>
          <a:p>
            <a:r>
              <a:rPr lang="en-US" altLang="ko-KR"/>
              <a:t>8. ERD </a:t>
            </a:r>
            <a:r>
              <a:rPr lang="ko-KR" altLang="en-US"/>
              <a:t>및 테이블 정의서</a:t>
            </a:r>
            <a:endParaRPr lang="ko-KR" altLang="en-US" dirty="0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2AD0A139-177B-04DA-99D1-DBF7B204DA0B}"/>
              </a:ext>
            </a:extLst>
          </p:cNvPr>
          <p:cNvSpPr/>
          <p:nvPr/>
        </p:nvSpPr>
        <p:spPr>
          <a:xfrm>
            <a:off x="228754" y="1073534"/>
            <a:ext cx="2105882" cy="251190"/>
          </a:xfrm>
          <a:prstGeom prst="roundRect">
            <a:avLst>
              <a:gd name="adj" fmla="val 12903"/>
            </a:avLst>
          </a:prstGeom>
          <a:solidFill>
            <a:srgbClr val="00347F"/>
          </a:solidFill>
          <a:ln w="12700">
            <a:solidFill>
              <a:srgbClr val="00347F"/>
            </a:solidFill>
            <a:prstDash val="solid"/>
          </a:ln>
        </p:spPr>
        <p:txBody>
          <a:bodyPr lIns="72000" tIns="0" rIns="0" bIns="0" anchor="ctr"/>
          <a:lstStyle/>
          <a:p>
            <a:r>
              <a:rPr lang="en-US" altLang="ko-KR" sz="10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개요</a:t>
            </a:r>
            <a:endParaRPr lang="ko-KR" altLang="en-US" sz="10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524790D-0C07-049E-FAB3-9F6A16D6D2C8}"/>
              </a:ext>
            </a:extLst>
          </p:cNvPr>
          <p:cNvSpPr/>
          <p:nvPr/>
        </p:nvSpPr>
        <p:spPr>
          <a:xfrm>
            <a:off x="228755" y="1324724"/>
            <a:ext cx="2105882" cy="2900972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54" name="Text 62">
            <a:extLst>
              <a:ext uri="{FF2B5EF4-FFF2-40B4-BE49-F238E27FC236}">
                <a16:creationId xmlns:a16="http://schemas.microsoft.com/office/drawing/2014/main" id="{578D75BD-2A8F-BEE0-D321-B4F9591F4F05}"/>
              </a:ext>
            </a:extLst>
          </p:cNvPr>
          <p:cNvSpPr txBox="1"/>
          <p:nvPr/>
        </p:nvSpPr>
        <p:spPr>
          <a:xfrm>
            <a:off x="280157" y="1324725"/>
            <a:ext cx="2022469" cy="285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DBMS : PostgreSQL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Vector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Extension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pgvector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Schema : graphrag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특징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 RDB+Vector Search + Graph Metadata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endParaRPr lang="en-US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핵심 데이터 도메인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/ GraphRAG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지식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채팅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 Intent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Factor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2B02329-85EA-BDF1-6EEF-3E36CE5EF425}"/>
              </a:ext>
            </a:extLst>
          </p:cNvPr>
          <p:cNvGrpSpPr/>
          <p:nvPr/>
        </p:nvGrpSpPr>
        <p:grpSpPr>
          <a:xfrm>
            <a:off x="2427855" y="1085855"/>
            <a:ext cx="7313045" cy="3157872"/>
            <a:chOff x="2427855" y="1085855"/>
            <a:chExt cx="7313045" cy="3157872"/>
          </a:xfrm>
        </p:grpSpPr>
        <p:sp>
          <p:nvSpPr>
            <p:cNvPr id="178" name="Shape 8">
              <a:extLst>
                <a:ext uri="{FF2B5EF4-FFF2-40B4-BE49-F238E27FC236}">
                  <a16:creationId xmlns:a16="http://schemas.microsoft.com/office/drawing/2014/main" id="{68CE1D73-B78B-C79A-8A0E-D0464D8083BE}"/>
                </a:ext>
              </a:extLst>
            </p:cNvPr>
            <p:cNvSpPr/>
            <p:nvPr/>
          </p:nvSpPr>
          <p:spPr>
            <a:xfrm>
              <a:off x="2427855" y="1085855"/>
              <a:ext cx="7313045" cy="238869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 </a:t>
              </a:r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ERD 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핵심구조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B79473B0-E9A6-0109-D40D-73F833606F14}"/>
                </a:ext>
              </a:extLst>
            </p:cNvPr>
            <p:cNvSpPr/>
            <p:nvPr/>
          </p:nvSpPr>
          <p:spPr>
            <a:xfrm>
              <a:off x="2427855" y="1329160"/>
              <a:ext cx="7313045" cy="2900972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31074C68-E444-9F31-B32E-298455B23688}"/>
                </a:ext>
              </a:extLst>
            </p:cNvPr>
            <p:cNvGrpSpPr/>
            <p:nvPr/>
          </p:nvGrpSpPr>
          <p:grpSpPr>
            <a:xfrm>
              <a:off x="2514318" y="1489887"/>
              <a:ext cx="1303568" cy="2490671"/>
              <a:chOff x="2513294" y="1489887"/>
              <a:chExt cx="1577317" cy="2490671"/>
            </a:xfrm>
          </p:grpSpPr>
          <p:sp>
            <p:nvSpPr>
              <p:cNvPr id="260" name="사각형: 둥근 모서리 259">
                <a:extLst>
                  <a:ext uri="{FF2B5EF4-FFF2-40B4-BE49-F238E27FC236}">
                    <a16:creationId xmlns:a16="http://schemas.microsoft.com/office/drawing/2014/main" id="{91D00EA2-13AE-0A72-EA34-00E135989EB8}"/>
                  </a:ext>
                </a:extLst>
              </p:cNvPr>
              <p:cNvSpPr/>
              <p:nvPr/>
            </p:nvSpPr>
            <p:spPr>
              <a:xfrm>
                <a:off x="2513294" y="1489887"/>
                <a:ext cx="1504841" cy="2490671"/>
              </a:xfrm>
              <a:prstGeom prst="roundRect">
                <a:avLst>
                  <a:gd name="adj" fmla="val 2553"/>
                </a:avLst>
              </a:prstGeom>
              <a:solidFill>
                <a:srgbClr val="EDF3FB"/>
              </a:solidFill>
              <a:ln w="9525">
                <a:solidFill>
                  <a:srgbClr val="C2C8C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1C52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A. </a:t>
                </a:r>
                <a:r>
                  <a:rPr lang="ko-KR" altLang="en-US" sz="800" b="1" spc="-100">
                    <a:solidFill>
                      <a:srgbClr val="1C52A8"/>
                    </a:solidFill>
                    <a:latin typeface="+mn-ea"/>
                  </a:rPr>
                  <a:t>시스템 및 사용자 관리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61" name="사각형: 둥근 모서리 260">
                <a:extLst>
                  <a:ext uri="{FF2B5EF4-FFF2-40B4-BE49-F238E27FC236}">
                    <a16:creationId xmlns:a16="http://schemas.microsoft.com/office/drawing/2014/main" id="{132E60CF-F4C9-0C60-D697-84A0BFDF8517}"/>
                  </a:ext>
                </a:extLst>
              </p:cNvPr>
              <p:cNvSpPr/>
              <p:nvPr/>
            </p:nvSpPr>
            <p:spPr>
              <a:xfrm>
                <a:off x="2683401" y="1933859"/>
                <a:ext cx="458868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sys_roles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A3C25B6-24ED-89BF-09E3-6B9EEE66602B}"/>
                  </a:ext>
                </a:extLst>
              </p:cNvPr>
              <p:cNvSpPr txBox="1"/>
              <p:nvPr/>
            </p:nvSpPr>
            <p:spPr>
              <a:xfrm>
                <a:off x="2729816" y="2139471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63" name="사각형: 둥근 모서리 262">
                <a:extLst>
                  <a:ext uri="{FF2B5EF4-FFF2-40B4-BE49-F238E27FC236}">
                    <a16:creationId xmlns:a16="http://schemas.microsoft.com/office/drawing/2014/main" id="{7B805CD5-50EA-8042-5EE5-8EE85EAF37DA}"/>
                  </a:ext>
                </a:extLst>
              </p:cNvPr>
              <p:cNvSpPr/>
              <p:nvPr/>
            </p:nvSpPr>
            <p:spPr>
              <a:xfrm>
                <a:off x="3368228" y="1902731"/>
                <a:ext cx="567818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admin_users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8082D068-179A-627F-B22E-F3E9DF1A0435}"/>
                  </a:ext>
                </a:extLst>
              </p:cNvPr>
              <p:cNvSpPr txBox="1"/>
              <p:nvPr/>
            </p:nvSpPr>
            <p:spPr>
              <a:xfrm>
                <a:off x="3414643" y="2087452"/>
                <a:ext cx="3430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role_id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65" name="직선 화살표 연결선 264">
                <a:extLst>
                  <a:ext uri="{FF2B5EF4-FFF2-40B4-BE49-F238E27FC236}">
                    <a16:creationId xmlns:a16="http://schemas.microsoft.com/office/drawing/2014/main" id="{DCBB043D-919F-A9C0-8F98-F5CB3CB8205E}"/>
                  </a:ext>
                </a:extLst>
              </p:cNvPr>
              <p:cNvCxnSpPr>
                <a:stCxn id="261" idx="3"/>
                <a:endCxn id="263" idx="1"/>
              </p:cNvCxnSpPr>
              <p:nvPr/>
            </p:nvCxnSpPr>
            <p:spPr>
              <a:xfrm>
                <a:off x="3142269" y="2114794"/>
                <a:ext cx="225959" cy="583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6C310E53-B569-8588-F3A4-0C0D4585E7A8}"/>
                  </a:ext>
                </a:extLst>
              </p:cNvPr>
              <p:cNvSpPr txBox="1"/>
              <p:nvPr/>
            </p:nvSpPr>
            <p:spPr>
              <a:xfrm>
                <a:off x="3177288" y="2007072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67" name="사각형: 둥근 모서리 266">
                <a:extLst>
                  <a:ext uri="{FF2B5EF4-FFF2-40B4-BE49-F238E27FC236}">
                    <a16:creationId xmlns:a16="http://schemas.microsoft.com/office/drawing/2014/main" id="{3D90FECA-FC5A-0438-4677-9042717FC66C}"/>
                  </a:ext>
                </a:extLst>
              </p:cNvPr>
              <p:cNvSpPr/>
              <p:nvPr/>
            </p:nvSpPr>
            <p:spPr>
              <a:xfrm>
                <a:off x="2552426" y="2529195"/>
                <a:ext cx="709121" cy="5447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sys_role_menus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208FDD39-FAC3-A871-851B-E3618AF96724}"/>
                  </a:ext>
                </a:extLst>
              </p:cNvPr>
              <p:cNvSpPr txBox="1"/>
              <p:nvPr/>
            </p:nvSpPr>
            <p:spPr>
              <a:xfrm>
                <a:off x="2598842" y="271391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role_id</a:t>
                </a:r>
              </a:p>
              <a:p>
                <a:r>
                  <a:rPr lang="en-US" altLang="ko-KR" sz="600">
                    <a:latin typeface="+mn-ea"/>
                  </a:rPr>
                  <a:t>FK menu_id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69" name="직선 화살표 연결선 268">
                <a:extLst>
                  <a:ext uri="{FF2B5EF4-FFF2-40B4-BE49-F238E27FC236}">
                    <a16:creationId xmlns:a16="http://schemas.microsoft.com/office/drawing/2014/main" id="{8A8787D4-700B-2F43-89DD-549FCD4073C2}"/>
                  </a:ext>
                </a:extLst>
              </p:cNvPr>
              <p:cNvCxnSpPr>
                <a:cxnSpLocks/>
                <a:stCxn id="261" idx="2"/>
                <a:endCxn id="267" idx="0"/>
              </p:cNvCxnSpPr>
              <p:nvPr/>
            </p:nvCxnSpPr>
            <p:spPr>
              <a:xfrm flipH="1">
                <a:off x="2906987" y="2295728"/>
                <a:ext cx="5848" cy="23346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사각형: 둥근 모서리 269">
                <a:extLst>
                  <a:ext uri="{FF2B5EF4-FFF2-40B4-BE49-F238E27FC236}">
                    <a16:creationId xmlns:a16="http://schemas.microsoft.com/office/drawing/2014/main" id="{933E15FE-F91C-8DB2-F4F9-1F8209CAC438}"/>
                  </a:ext>
                </a:extLst>
              </p:cNvPr>
              <p:cNvSpPr/>
              <p:nvPr/>
            </p:nvSpPr>
            <p:spPr>
              <a:xfrm>
                <a:off x="3419723" y="2612306"/>
                <a:ext cx="458868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projects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103C3F0E-4AD5-A1E9-CF5E-6F8B54F58362}"/>
                  </a:ext>
                </a:extLst>
              </p:cNvPr>
              <p:cNvSpPr txBox="1"/>
              <p:nvPr/>
            </p:nvSpPr>
            <p:spPr>
              <a:xfrm>
                <a:off x="3475155" y="2809780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2" name="사각형: 둥근 모서리 271">
                <a:extLst>
                  <a:ext uri="{FF2B5EF4-FFF2-40B4-BE49-F238E27FC236}">
                    <a16:creationId xmlns:a16="http://schemas.microsoft.com/office/drawing/2014/main" id="{6D27ED64-A31E-4140-29C2-BF125B8488BA}"/>
                  </a:ext>
                </a:extLst>
              </p:cNvPr>
              <p:cNvSpPr/>
              <p:nvPr/>
            </p:nvSpPr>
            <p:spPr>
              <a:xfrm>
                <a:off x="2655378" y="3303150"/>
                <a:ext cx="504755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sys_menus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FE13DCC-E042-E3E7-FBBE-9C63DA3C2786}"/>
                  </a:ext>
                </a:extLst>
              </p:cNvPr>
              <p:cNvSpPr txBox="1"/>
              <p:nvPr/>
            </p:nvSpPr>
            <p:spPr>
              <a:xfrm>
                <a:off x="2729816" y="3490751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74" name="직선 화살표 연결선 273">
                <a:extLst>
                  <a:ext uri="{FF2B5EF4-FFF2-40B4-BE49-F238E27FC236}">
                    <a16:creationId xmlns:a16="http://schemas.microsoft.com/office/drawing/2014/main" id="{7D7E43AC-6D02-171E-016B-F80FAE5CD5B7}"/>
                  </a:ext>
                </a:extLst>
              </p:cNvPr>
              <p:cNvCxnSpPr>
                <a:cxnSpLocks/>
                <a:stCxn id="272" idx="0"/>
                <a:endCxn id="267" idx="2"/>
              </p:cNvCxnSpPr>
              <p:nvPr/>
            </p:nvCxnSpPr>
            <p:spPr>
              <a:xfrm flipH="1" flipV="1">
                <a:off x="2906987" y="3073940"/>
                <a:ext cx="769" cy="22921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B5BF29A-A12B-6222-3CF9-603E356BB027}"/>
                  </a:ext>
                </a:extLst>
              </p:cNvPr>
              <p:cNvSpPr txBox="1"/>
              <p:nvPr/>
            </p:nvSpPr>
            <p:spPr>
              <a:xfrm>
                <a:off x="2687184" y="2382992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776CB157-056D-455E-31BD-6299774B2AFD}"/>
                  </a:ext>
                </a:extLst>
              </p:cNvPr>
              <p:cNvSpPr txBox="1"/>
              <p:nvPr/>
            </p:nvSpPr>
            <p:spPr>
              <a:xfrm>
                <a:off x="2687184" y="3127801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7" name="사각형: 둥근 모서리 276">
                <a:extLst>
                  <a:ext uri="{FF2B5EF4-FFF2-40B4-BE49-F238E27FC236}">
                    <a16:creationId xmlns:a16="http://schemas.microsoft.com/office/drawing/2014/main" id="{CB639065-EEC5-D074-54F9-172304D4A03F}"/>
                  </a:ext>
                </a:extLst>
              </p:cNvPr>
              <p:cNvSpPr/>
              <p:nvPr/>
            </p:nvSpPr>
            <p:spPr>
              <a:xfrm>
                <a:off x="3324260" y="3245038"/>
                <a:ext cx="644655" cy="5447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project_users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B8B80080-7558-B182-1C14-E64CC1F69C74}"/>
                  </a:ext>
                </a:extLst>
              </p:cNvPr>
              <p:cNvSpPr txBox="1"/>
              <p:nvPr/>
            </p:nvSpPr>
            <p:spPr>
              <a:xfrm>
                <a:off x="3387641" y="3436890"/>
                <a:ext cx="4536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  <a:p>
                <a:r>
                  <a:rPr lang="en-US" altLang="ko-KR" sz="600">
                    <a:latin typeface="+mn-ea"/>
                  </a:rPr>
                  <a:t>FK user_id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79" name="직선 화살표 연결선 278">
                <a:extLst>
                  <a:ext uri="{FF2B5EF4-FFF2-40B4-BE49-F238E27FC236}">
                    <a16:creationId xmlns:a16="http://schemas.microsoft.com/office/drawing/2014/main" id="{2DC56593-284D-5607-21DD-93B93DE24511}"/>
                  </a:ext>
                </a:extLst>
              </p:cNvPr>
              <p:cNvCxnSpPr>
                <a:cxnSpLocks/>
                <a:stCxn id="263" idx="2"/>
                <a:endCxn id="270" idx="0"/>
              </p:cNvCxnSpPr>
              <p:nvPr/>
            </p:nvCxnSpPr>
            <p:spPr>
              <a:xfrm flipH="1">
                <a:off x="3649157" y="2338530"/>
                <a:ext cx="2980" cy="273776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68F1B82C-1078-A12C-A3A3-E3282FAF8E20}"/>
                  </a:ext>
                </a:extLst>
              </p:cNvPr>
              <p:cNvSpPr txBox="1"/>
              <p:nvPr/>
            </p:nvSpPr>
            <p:spPr>
              <a:xfrm>
                <a:off x="3666908" y="243685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81" name="직선 화살표 연결선 280">
                <a:extLst>
                  <a:ext uri="{FF2B5EF4-FFF2-40B4-BE49-F238E27FC236}">
                    <a16:creationId xmlns:a16="http://schemas.microsoft.com/office/drawing/2014/main" id="{7693FFB5-90CC-4C88-FCEF-95E60FF3AB10}"/>
                  </a:ext>
                </a:extLst>
              </p:cNvPr>
              <p:cNvCxnSpPr>
                <a:cxnSpLocks/>
                <a:stCxn id="270" idx="2"/>
                <a:endCxn id="277" idx="0"/>
              </p:cNvCxnSpPr>
              <p:nvPr/>
            </p:nvCxnSpPr>
            <p:spPr>
              <a:xfrm flipH="1">
                <a:off x="3646588" y="2974175"/>
                <a:ext cx="2569" cy="270863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E6C4D97C-ACA6-58A2-4427-1F5209913767}"/>
                  </a:ext>
                </a:extLst>
              </p:cNvPr>
              <p:cNvSpPr txBox="1"/>
              <p:nvPr/>
            </p:nvSpPr>
            <p:spPr>
              <a:xfrm>
                <a:off x="3666908" y="3063275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83" name="연결선: 꺾임 282">
                <a:extLst>
                  <a:ext uri="{FF2B5EF4-FFF2-40B4-BE49-F238E27FC236}">
                    <a16:creationId xmlns:a16="http://schemas.microsoft.com/office/drawing/2014/main" id="{83322927-EBE0-7651-7970-A8BF94BD890C}"/>
                  </a:ext>
                </a:extLst>
              </p:cNvPr>
              <p:cNvCxnSpPr>
                <a:cxnSpLocks/>
                <a:stCxn id="270" idx="3"/>
              </p:cNvCxnSpPr>
              <p:nvPr/>
            </p:nvCxnSpPr>
            <p:spPr>
              <a:xfrm flipV="1">
                <a:off x="3878591" y="2106905"/>
                <a:ext cx="212020" cy="686336"/>
              </a:xfrm>
              <a:prstGeom prst="bentConnector2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898E18C-A8BD-73F4-DE9C-E909D5AE5BC2}"/>
                </a:ext>
              </a:extLst>
            </p:cNvPr>
            <p:cNvSpPr txBox="1"/>
            <p:nvPr/>
          </p:nvSpPr>
          <p:spPr>
            <a:xfrm>
              <a:off x="3779264" y="2003523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D6E7252D-71D9-0D2A-68AB-02DA974D191F}"/>
                </a:ext>
              </a:extLst>
            </p:cNvPr>
            <p:cNvGrpSpPr/>
            <p:nvPr/>
          </p:nvGrpSpPr>
          <p:grpSpPr>
            <a:xfrm>
              <a:off x="3985789" y="1489887"/>
              <a:ext cx="1756592" cy="2490671"/>
              <a:chOff x="4232366" y="1489887"/>
              <a:chExt cx="1932251" cy="2490671"/>
            </a:xfrm>
          </p:grpSpPr>
          <p:sp>
            <p:nvSpPr>
              <p:cNvPr id="241" name="사각형: 둥근 모서리 240">
                <a:extLst>
                  <a:ext uri="{FF2B5EF4-FFF2-40B4-BE49-F238E27FC236}">
                    <a16:creationId xmlns:a16="http://schemas.microsoft.com/office/drawing/2014/main" id="{7EF28092-393A-7306-681F-649A0A6BFAF5}"/>
                  </a:ext>
                </a:extLst>
              </p:cNvPr>
              <p:cNvSpPr/>
              <p:nvPr/>
            </p:nvSpPr>
            <p:spPr>
              <a:xfrm>
                <a:off x="4232366" y="1489887"/>
                <a:ext cx="1932251" cy="2490671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B. </a:t>
                </a:r>
                <a:r>
                  <a:rPr kumimoji="0" lang="ko-KR" altLang="en-US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지식 및 인덱싱</a:t>
                </a: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(GraphRag)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42" name="사각형: 둥근 모서리 241">
                <a:extLst>
                  <a:ext uri="{FF2B5EF4-FFF2-40B4-BE49-F238E27FC236}">
                    <a16:creationId xmlns:a16="http://schemas.microsoft.com/office/drawing/2014/main" id="{82D84C4F-C612-7A3A-371E-2C77E80C7CB1}"/>
                  </a:ext>
                </a:extLst>
              </p:cNvPr>
              <p:cNvSpPr/>
              <p:nvPr/>
            </p:nvSpPr>
            <p:spPr>
              <a:xfrm>
                <a:off x="4284356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grahrag_sources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1E3C52C7-295C-8399-90BF-E5F1C745E2CE}"/>
                  </a:ext>
                </a:extLst>
              </p:cNvPr>
              <p:cNvSpPr txBox="1"/>
              <p:nvPr/>
            </p:nvSpPr>
            <p:spPr>
              <a:xfrm>
                <a:off x="4330051" y="2080284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</p:txBody>
          </p:sp>
          <p:sp>
            <p:nvSpPr>
              <p:cNvPr id="244" name="사각형: 둥근 모서리 243">
                <a:extLst>
                  <a:ext uri="{FF2B5EF4-FFF2-40B4-BE49-F238E27FC236}">
                    <a16:creationId xmlns:a16="http://schemas.microsoft.com/office/drawing/2014/main" id="{1EF29F32-B8B4-7F46-792D-77F1D6AEFC92}"/>
                  </a:ext>
                </a:extLst>
              </p:cNvPr>
              <p:cNvSpPr/>
              <p:nvPr/>
            </p:nvSpPr>
            <p:spPr>
              <a:xfrm>
                <a:off x="5310769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Index_jobs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30720C20-C93D-D202-FAF8-84828857CAFB}"/>
                  </a:ext>
                </a:extLst>
              </p:cNvPr>
              <p:cNvSpPr txBox="1"/>
              <p:nvPr/>
            </p:nvSpPr>
            <p:spPr>
              <a:xfrm>
                <a:off x="5371451" y="2080284"/>
                <a:ext cx="4392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</p:txBody>
          </p:sp>
          <p:sp>
            <p:nvSpPr>
              <p:cNvPr id="246" name="사각형: 둥근 모서리 245">
                <a:extLst>
                  <a:ext uri="{FF2B5EF4-FFF2-40B4-BE49-F238E27FC236}">
                    <a16:creationId xmlns:a16="http://schemas.microsoft.com/office/drawing/2014/main" id="{F6C2F66F-D69D-F06B-62B1-F0D9491001D0}"/>
                  </a:ext>
                </a:extLst>
              </p:cNvPr>
              <p:cNvSpPr/>
              <p:nvPr/>
            </p:nvSpPr>
            <p:spPr>
              <a:xfrm>
                <a:off x="4284356" y="2621565"/>
                <a:ext cx="755766" cy="976908"/>
              </a:xfrm>
              <a:prstGeom prst="roundRect">
                <a:avLst>
                  <a:gd name="adj" fmla="val 9945"/>
                </a:avLst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grahrag_chunks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EFDC38B0-C7AD-23E2-7D56-025953DF6E55}"/>
                  </a:ext>
                </a:extLst>
              </p:cNvPr>
              <p:cNvSpPr txBox="1"/>
              <p:nvPr/>
            </p:nvSpPr>
            <p:spPr>
              <a:xfrm>
                <a:off x="4330050" y="2840013"/>
                <a:ext cx="63533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  <a:p>
                <a:r>
                  <a:rPr lang="en-US" altLang="ko-KR" sz="600">
                    <a:latin typeface="+mn-ea"/>
                  </a:rPr>
                  <a:t>Content</a:t>
                </a:r>
              </a:p>
              <a:p>
                <a:r>
                  <a:rPr lang="en-US" altLang="ko-KR" sz="600">
                    <a:latin typeface="+mn-ea"/>
                  </a:rPr>
                  <a:t>Embedding_ vector(1536)</a:t>
                </a:r>
              </a:p>
              <a:p>
                <a:r>
                  <a:rPr lang="en-US" altLang="ko-KR" sz="600">
                    <a:latin typeface="+mn-ea"/>
                  </a:rPr>
                  <a:t>chunk_index</a:t>
                </a:r>
              </a:p>
            </p:txBody>
          </p:sp>
          <p:cxnSp>
            <p:nvCxnSpPr>
              <p:cNvPr id="248" name="직선 화살표 연결선 247">
                <a:extLst>
                  <a:ext uri="{FF2B5EF4-FFF2-40B4-BE49-F238E27FC236}">
                    <a16:creationId xmlns:a16="http://schemas.microsoft.com/office/drawing/2014/main" id="{D9817AC3-B8EA-6F33-968A-1005FF402B1A}"/>
                  </a:ext>
                </a:extLst>
              </p:cNvPr>
              <p:cNvCxnSpPr>
                <a:cxnSpLocks/>
                <a:stCxn id="242" idx="2"/>
                <a:endCxn id="246" idx="0"/>
              </p:cNvCxnSpPr>
              <p:nvPr/>
            </p:nvCxnSpPr>
            <p:spPr>
              <a:xfrm>
                <a:off x="4662239" y="2341448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72E04774-C0C2-55FA-84EF-C622738CD369}"/>
                  </a:ext>
                </a:extLst>
              </p:cNvPr>
              <p:cNvSpPr txBox="1"/>
              <p:nvPr/>
            </p:nvSpPr>
            <p:spPr>
              <a:xfrm>
                <a:off x="4436369" y="242147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50" name="사각형: 둥근 모서리 249">
                <a:extLst>
                  <a:ext uri="{FF2B5EF4-FFF2-40B4-BE49-F238E27FC236}">
                    <a16:creationId xmlns:a16="http://schemas.microsoft.com/office/drawing/2014/main" id="{C7EBB382-4870-4467-4A7A-FF8771F1F4CB}"/>
                  </a:ext>
                </a:extLst>
              </p:cNvPr>
              <p:cNvSpPr/>
              <p:nvPr/>
            </p:nvSpPr>
            <p:spPr>
              <a:xfrm>
                <a:off x="5310769" y="2436853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graphrag_entities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00CF1597-4217-19DE-36AF-50F9FCCB8AEC}"/>
                  </a:ext>
                </a:extLst>
              </p:cNvPr>
              <p:cNvSpPr txBox="1"/>
              <p:nvPr/>
            </p:nvSpPr>
            <p:spPr>
              <a:xfrm>
                <a:off x="5371451" y="2621565"/>
                <a:ext cx="4392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</p:txBody>
          </p:sp>
          <p:sp>
            <p:nvSpPr>
              <p:cNvPr id="252" name="사각형: 둥근 모서리 251">
                <a:extLst>
                  <a:ext uri="{FF2B5EF4-FFF2-40B4-BE49-F238E27FC236}">
                    <a16:creationId xmlns:a16="http://schemas.microsoft.com/office/drawing/2014/main" id="{2A4F5B7B-9305-94F6-5E64-114DFB76F234}"/>
                  </a:ext>
                </a:extLst>
              </p:cNvPr>
              <p:cNvSpPr/>
              <p:nvPr/>
            </p:nvSpPr>
            <p:spPr>
              <a:xfrm>
                <a:off x="5272981" y="3154966"/>
                <a:ext cx="831343" cy="756634"/>
              </a:xfrm>
              <a:prstGeom prst="roundRect">
                <a:avLst>
                  <a:gd name="adj" fmla="val 11290"/>
                </a:avLst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graphrag_relations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AE5C761-E77B-B978-399E-05735E0B8026}"/>
                  </a:ext>
                </a:extLst>
              </p:cNvPr>
              <p:cNvSpPr txBox="1"/>
              <p:nvPr/>
            </p:nvSpPr>
            <p:spPr>
              <a:xfrm>
                <a:off x="5300331" y="3378622"/>
                <a:ext cx="670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source_entity_id</a:t>
                </a:r>
              </a:p>
              <a:p>
                <a:r>
                  <a:rPr lang="en-US" altLang="ko-KR" sz="600">
                    <a:latin typeface="+mn-ea"/>
                  </a:rPr>
                  <a:t>FK target_entity_id</a:t>
                </a:r>
              </a:p>
              <a:p>
                <a:r>
                  <a:rPr lang="en-US" altLang="ko-KR" sz="600">
                    <a:latin typeface="+mn-ea"/>
                  </a:rPr>
                  <a:t>    relation_type</a:t>
                </a:r>
              </a:p>
            </p:txBody>
          </p:sp>
          <p:cxnSp>
            <p:nvCxnSpPr>
              <p:cNvPr id="254" name="직선 화살표 연결선 253">
                <a:extLst>
                  <a:ext uri="{FF2B5EF4-FFF2-40B4-BE49-F238E27FC236}">
                    <a16:creationId xmlns:a16="http://schemas.microsoft.com/office/drawing/2014/main" id="{C39361FB-511D-F8BC-1EFB-E0166829B25E}"/>
                  </a:ext>
                </a:extLst>
              </p:cNvPr>
              <p:cNvCxnSpPr>
                <a:cxnSpLocks/>
                <a:stCxn id="242" idx="3"/>
                <a:endCxn id="244" idx="1"/>
              </p:cNvCxnSpPr>
              <p:nvPr/>
            </p:nvCxnSpPr>
            <p:spPr>
              <a:xfrm>
                <a:off x="5040122" y="2123549"/>
                <a:ext cx="270647" cy="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993CBA25-F402-6C8B-6BB3-1EBC848BB1B9}"/>
                  </a:ext>
                </a:extLst>
              </p:cNvPr>
              <p:cNvSpPr txBox="1"/>
              <p:nvPr/>
            </p:nvSpPr>
            <p:spPr>
              <a:xfrm>
                <a:off x="5075371" y="199918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56" name="직선 화살표 연결선 255">
                <a:extLst>
                  <a:ext uri="{FF2B5EF4-FFF2-40B4-BE49-F238E27FC236}">
                    <a16:creationId xmlns:a16="http://schemas.microsoft.com/office/drawing/2014/main" id="{04416D81-402E-5062-3447-47A82483B8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5839" y="2872652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직선 화살표 연결선 256">
                <a:extLst>
                  <a:ext uri="{FF2B5EF4-FFF2-40B4-BE49-F238E27FC236}">
                    <a16:creationId xmlns:a16="http://schemas.microsoft.com/office/drawing/2014/main" id="{B5701157-4E74-880C-60FB-FB993F4A49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45879" y="2872652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BDA6BDBF-D562-CD87-38AA-888BA97560A5}"/>
                  </a:ext>
                </a:extLst>
              </p:cNvPr>
              <p:cNvSpPr txBox="1"/>
              <p:nvPr/>
            </p:nvSpPr>
            <p:spPr>
              <a:xfrm>
                <a:off x="5198952" y="2909191"/>
                <a:ext cx="2789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600">
                    <a:latin typeface="+mn-ea"/>
                  </a:rPr>
                  <a:t>1:N</a:t>
                </a:r>
              </a:p>
              <a:p>
                <a:pPr algn="ctr"/>
                <a:r>
                  <a:rPr lang="en-US" altLang="ko-KR" sz="600">
                    <a:latin typeface="+mn-ea"/>
                  </a:rPr>
                  <a:t>(source)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6BFD57F5-661B-DE9A-5977-17B8B885E103}"/>
                  </a:ext>
                </a:extLst>
              </p:cNvPr>
              <p:cNvSpPr txBox="1"/>
              <p:nvPr/>
            </p:nvSpPr>
            <p:spPr>
              <a:xfrm>
                <a:off x="5887298" y="2909191"/>
                <a:ext cx="25808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600">
                    <a:latin typeface="+mn-ea"/>
                  </a:rPr>
                  <a:t>1:N</a:t>
                </a:r>
              </a:p>
              <a:p>
                <a:pPr algn="ctr"/>
                <a:r>
                  <a:rPr lang="en-US" altLang="ko-KR" sz="600">
                    <a:latin typeface="+mn-ea"/>
                  </a:rPr>
                  <a:t>(target)</a:t>
                </a:r>
                <a:endParaRPr lang="ko-KR" altLang="en-US" sz="600">
                  <a:latin typeface="+mn-ea"/>
                </a:endParaRPr>
              </a:p>
            </p:txBody>
          </p:sp>
        </p:grp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39491A3C-D9AB-573E-179D-5F1877F1485A}"/>
                </a:ext>
              </a:extLst>
            </p:cNvPr>
            <p:cNvCxnSpPr>
              <a:cxnSpLocks/>
              <a:stCxn id="263" idx="3"/>
              <a:endCxn id="242" idx="1"/>
            </p:cNvCxnSpPr>
            <p:nvPr/>
          </p:nvCxnSpPr>
          <p:spPr>
            <a:xfrm>
              <a:off x="3690146" y="2120631"/>
              <a:ext cx="342907" cy="2918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04D98FF9-C06C-BB62-AC21-AC7E7B3C832D}"/>
                </a:ext>
              </a:extLst>
            </p:cNvPr>
            <p:cNvGrpSpPr/>
            <p:nvPr/>
          </p:nvGrpSpPr>
          <p:grpSpPr>
            <a:xfrm>
              <a:off x="5932632" y="1489887"/>
              <a:ext cx="1003233" cy="2490671"/>
              <a:chOff x="6303610" y="1489887"/>
              <a:chExt cx="1003233" cy="2490671"/>
            </a:xfrm>
          </p:grpSpPr>
          <p:sp>
            <p:nvSpPr>
              <p:cNvPr id="230" name="사각형: 둥근 모서리 229">
                <a:extLst>
                  <a:ext uri="{FF2B5EF4-FFF2-40B4-BE49-F238E27FC236}">
                    <a16:creationId xmlns:a16="http://schemas.microsoft.com/office/drawing/2014/main" id="{01161A1F-FAF2-CB87-9BE6-8CD7250D9465}"/>
                  </a:ext>
                </a:extLst>
              </p:cNvPr>
              <p:cNvSpPr/>
              <p:nvPr/>
            </p:nvSpPr>
            <p:spPr>
              <a:xfrm>
                <a:off x="6303610" y="1489887"/>
                <a:ext cx="1003233" cy="2490671"/>
              </a:xfrm>
              <a:prstGeom prst="roundRect">
                <a:avLst>
                  <a:gd name="adj" fmla="val 5200"/>
                </a:avLst>
              </a:prstGeom>
              <a:solidFill>
                <a:srgbClr val="FAF8FE"/>
              </a:solidFill>
              <a:ln w="9525">
                <a:solidFill>
                  <a:srgbClr val="6549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6549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C. </a:t>
                </a:r>
                <a:r>
                  <a:rPr kumimoji="0" lang="ko-KR" altLang="en-US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6549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채팅 및 프롬프트</a:t>
                </a:r>
              </a:p>
            </p:txBody>
          </p:sp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65DE4E9E-EA17-6277-027A-7120FC392E43}"/>
                  </a:ext>
                </a:extLst>
              </p:cNvPr>
              <p:cNvSpPr/>
              <p:nvPr/>
            </p:nvSpPr>
            <p:spPr>
              <a:xfrm>
                <a:off x="6420522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system_prompts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74D8535D-F93E-CB9A-D411-5E7E7FD4E3BC}"/>
                  </a:ext>
                </a:extLst>
              </p:cNvPr>
              <p:cNvSpPr txBox="1"/>
              <p:nvPr/>
            </p:nvSpPr>
            <p:spPr>
              <a:xfrm>
                <a:off x="6481204" y="2080284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</p:txBody>
          </p:sp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ADE823CA-2D36-F6F6-CC42-477D7E96545C}"/>
                  </a:ext>
                </a:extLst>
              </p:cNvPr>
              <p:cNvSpPr/>
              <p:nvPr/>
            </p:nvSpPr>
            <p:spPr>
              <a:xfrm>
                <a:off x="6420522" y="2496016"/>
                <a:ext cx="755766" cy="56725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chat_sessions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3E8931A1-9546-B0F7-BBC9-3145B612B8F2}"/>
                  </a:ext>
                </a:extLst>
              </p:cNvPr>
              <p:cNvSpPr txBox="1"/>
              <p:nvPr/>
            </p:nvSpPr>
            <p:spPr>
              <a:xfrm>
                <a:off x="6481204" y="2670651"/>
                <a:ext cx="4536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  <a:p>
                <a:r>
                  <a:rPr lang="en-US" altLang="ko-KR" sz="600">
                    <a:latin typeface="+mn-ea"/>
                  </a:rPr>
                  <a:t>FK user_id</a:t>
                </a:r>
              </a:p>
            </p:txBody>
          </p:sp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D1DB350D-2767-AA77-0A0A-9D9002FCC03F}"/>
                  </a:ext>
                </a:extLst>
              </p:cNvPr>
              <p:cNvSpPr/>
              <p:nvPr/>
            </p:nvSpPr>
            <p:spPr>
              <a:xfrm>
                <a:off x="6420522" y="3194195"/>
                <a:ext cx="755766" cy="74503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chat_history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695EDC83-8876-ADC1-D6D5-F133B370A163}"/>
                  </a:ext>
                </a:extLst>
              </p:cNvPr>
              <p:cNvSpPr txBox="1"/>
              <p:nvPr/>
            </p:nvSpPr>
            <p:spPr>
              <a:xfrm>
                <a:off x="6481204" y="3354386"/>
                <a:ext cx="50334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session_id</a:t>
                </a:r>
              </a:p>
              <a:p>
                <a:r>
                  <a:rPr lang="en-US" altLang="ko-KR" sz="600">
                    <a:latin typeface="+mn-ea"/>
                  </a:rPr>
                  <a:t>    role</a:t>
                </a:r>
              </a:p>
              <a:p>
                <a:r>
                  <a:rPr lang="en-US" altLang="ko-KR" sz="600">
                    <a:latin typeface="+mn-ea"/>
                  </a:rPr>
                  <a:t>    message</a:t>
                </a:r>
              </a:p>
              <a:p>
                <a:r>
                  <a:rPr lang="en-US" altLang="ko-KR" sz="600">
                    <a:latin typeface="+mn-ea"/>
                  </a:rPr>
                  <a:t>    cresated_at</a:t>
                </a:r>
              </a:p>
            </p:txBody>
          </p:sp>
          <p:cxnSp>
            <p:nvCxnSpPr>
              <p:cNvPr id="237" name="직선 화살표 연결선 236">
                <a:extLst>
                  <a:ext uri="{FF2B5EF4-FFF2-40B4-BE49-F238E27FC236}">
                    <a16:creationId xmlns:a16="http://schemas.microsoft.com/office/drawing/2014/main" id="{369FE0BA-5AAE-9C92-9D45-D4039B10A66C}"/>
                  </a:ext>
                </a:extLst>
              </p:cNvPr>
              <p:cNvCxnSpPr>
                <a:cxnSpLocks/>
                <a:stCxn id="231" idx="2"/>
                <a:endCxn id="233" idx="0"/>
              </p:cNvCxnSpPr>
              <p:nvPr/>
            </p:nvCxnSpPr>
            <p:spPr>
              <a:xfrm>
                <a:off x="6798405" y="2341448"/>
                <a:ext cx="0" cy="154568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화살표 연결선 237">
                <a:extLst>
                  <a:ext uri="{FF2B5EF4-FFF2-40B4-BE49-F238E27FC236}">
                    <a16:creationId xmlns:a16="http://schemas.microsoft.com/office/drawing/2014/main" id="{0152C70A-3E94-B480-BE2D-F3EDF219D511}"/>
                  </a:ext>
                </a:extLst>
              </p:cNvPr>
              <p:cNvCxnSpPr>
                <a:cxnSpLocks/>
                <a:stCxn id="233" idx="2"/>
                <a:endCxn id="235" idx="0"/>
              </p:cNvCxnSpPr>
              <p:nvPr/>
            </p:nvCxnSpPr>
            <p:spPr>
              <a:xfrm>
                <a:off x="6798405" y="3063275"/>
                <a:ext cx="0" cy="13092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3864BDB7-6A09-ED35-36C4-A01158D4FF61}"/>
                  </a:ext>
                </a:extLst>
              </p:cNvPr>
              <p:cNvSpPr txBox="1"/>
              <p:nvPr/>
            </p:nvSpPr>
            <p:spPr>
              <a:xfrm>
                <a:off x="6588206" y="2362740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6504808F-0BD4-8A5B-3532-9AF0C7429E33}"/>
                  </a:ext>
                </a:extLst>
              </p:cNvPr>
              <p:cNvSpPr txBox="1"/>
              <p:nvPr/>
            </p:nvSpPr>
            <p:spPr>
              <a:xfrm>
                <a:off x="6588206" y="3079586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</p:grp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39D8592F-DCF6-C4AF-1533-4FD2186CFF11}"/>
                </a:ext>
              </a:extLst>
            </p:cNvPr>
            <p:cNvCxnSpPr>
              <a:cxnSpLocks/>
              <a:stCxn id="244" idx="3"/>
              <a:endCxn id="231" idx="1"/>
            </p:cNvCxnSpPr>
            <p:nvPr/>
          </p:nvCxnSpPr>
          <p:spPr>
            <a:xfrm>
              <a:off x="5653215" y="2123549"/>
              <a:ext cx="396329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7A79E456-4B61-B3BA-2F24-877FD62D13BD}"/>
                </a:ext>
              </a:extLst>
            </p:cNvPr>
            <p:cNvCxnSpPr>
              <a:cxnSpLocks/>
            </p:cNvCxnSpPr>
            <p:nvPr/>
          </p:nvCxnSpPr>
          <p:spPr>
            <a:xfrm>
              <a:off x="5664053" y="2779646"/>
              <a:ext cx="390707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95D367B4-D499-481F-1D84-EB9FB40C1531}"/>
                </a:ext>
              </a:extLst>
            </p:cNvPr>
            <p:cNvSpPr txBox="1"/>
            <p:nvPr/>
          </p:nvSpPr>
          <p:spPr>
            <a:xfrm>
              <a:off x="5798855" y="2022022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C8435677-99EC-05ED-C2D6-B818D30A21F8}"/>
                </a:ext>
              </a:extLst>
            </p:cNvPr>
            <p:cNvSpPr txBox="1"/>
            <p:nvPr/>
          </p:nvSpPr>
          <p:spPr>
            <a:xfrm>
              <a:off x="5798855" y="262156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97BAFF4B-E639-8F58-7A95-0B2A4B205A38}"/>
                </a:ext>
              </a:extLst>
            </p:cNvPr>
            <p:cNvSpPr/>
            <p:nvPr/>
          </p:nvSpPr>
          <p:spPr>
            <a:xfrm>
              <a:off x="7064395" y="1489887"/>
              <a:ext cx="2629588" cy="2753840"/>
            </a:xfrm>
            <a:prstGeom prst="roundRect">
              <a:avLst>
                <a:gd name="adj" fmla="val 5200"/>
              </a:avLst>
            </a:prstGeom>
            <a:solidFill>
              <a:srgbClr val="FDFAF5"/>
            </a:solidFill>
            <a:ln w="9525"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rPr>
                <a:t>D. Intent Factory</a:t>
              </a:r>
              <a:endPara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CB712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83BBD268-598D-BD75-FD8E-1970B53D68D1}"/>
                </a:ext>
              </a:extLst>
            </p:cNvPr>
            <p:cNvSpPr/>
            <p:nvPr/>
          </p:nvSpPr>
          <p:spPr>
            <a:xfrm>
              <a:off x="7132761" y="1898062"/>
              <a:ext cx="68706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Intent_definitions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BC0CA69-8BC9-EBBF-3457-54453B605EC0}"/>
                </a:ext>
              </a:extLst>
            </p:cNvPr>
            <p:cNvSpPr txBox="1"/>
            <p:nvPr/>
          </p:nvSpPr>
          <p:spPr>
            <a:xfrm>
              <a:off x="7194628" y="2044668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3F2D627E-ABDA-25B3-B876-E34B021BAB22}"/>
                </a:ext>
              </a:extLst>
            </p:cNvPr>
            <p:cNvSpPr/>
            <p:nvPr/>
          </p:nvSpPr>
          <p:spPr>
            <a:xfrm>
              <a:off x="8037049" y="1898062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Intent_examples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F746C00-D350-E1ED-284A-9554101E3B5E}"/>
                </a:ext>
              </a:extLst>
            </p:cNvPr>
            <p:cNvSpPr txBox="1"/>
            <p:nvPr/>
          </p:nvSpPr>
          <p:spPr>
            <a:xfrm>
              <a:off x="8104320" y="2034880"/>
              <a:ext cx="41357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</p:txBody>
        </p:sp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DDD33136-175F-771C-17C1-16B159B92499}"/>
                </a:ext>
              </a:extLst>
            </p:cNvPr>
            <p:cNvSpPr/>
            <p:nvPr/>
          </p:nvSpPr>
          <p:spPr>
            <a:xfrm>
              <a:off x="7132761" y="2372734"/>
              <a:ext cx="687060" cy="4545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Intent_action_links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E83BB2A0-5D77-FC64-0991-4DB8906A6386}"/>
                </a:ext>
              </a:extLst>
            </p:cNvPr>
            <p:cNvSpPr/>
            <p:nvPr/>
          </p:nvSpPr>
          <p:spPr>
            <a:xfrm>
              <a:off x="8037049" y="2419517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A239847-AB12-F627-A945-10825A82C9A4}"/>
                </a:ext>
              </a:extLst>
            </p:cNvPr>
            <p:cNvSpPr txBox="1"/>
            <p:nvPr/>
          </p:nvSpPr>
          <p:spPr>
            <a:xfrm>
              <a:off x="7194628" y="2499171"/>
              <a:ext cx="42319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  <a:p>
              <a:r>
                <a:rPr lang="en-US" altLang="ko-KR" sz="600">
                  <a:latin typeface="+mn-ea"/>
                </a:rPr>
                <a:t>FK action_id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9AD0B2C8-4D72-7FD0-5A17-52ABBB668F57}"/>
                </a:ext>
              </a:extLst>
            </p:cNvPr>
            <p:cNvSpPr txBox="1"/>
            <p:nvPr/>
          </p:nvSpPr>
          <p:spPr>
            <a:xfrm>
              <a:off x="8104320" y="2564249"/>
              <a:ext cx="18114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….</a:t>
              </a:r>
            </a:p>
          </p:txBody>
        </p:sp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A83FFEDA-3CBA-4397-3145-823395050E74}"/>
                </a:ext>
              </a:extLst>
            </p:cNvPr>
            <p:cNvSpPr/>
            <p:nvPr/>
          </p:nvSpPr>
          <p:spPr>
            <a:xfrm>
              <a:off x="7132761" y="2930570"/>
              <a:ext cx="687060" cy="4545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Intent_action_links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D3AEE56B-F1AA-9005-687F-AAE5F19A9B69}"/>
                </a:ext>
              </a:extLst>
            </p:cNvPr>
            <p:cNvSpPr/>
            <p:nvPr/>
          </p:nvSpPr>
          <p:spPr>
            <a:xfrm>
              <a:off x="8030853" y="2973053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Intent_entities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B6B5DC96-3E82-3D41-1B5E-CAC61D2B8160}"/>
                </a:ext>
              </a:extLst>
            </p:cNvPr>
            <p:cNvSpPr txBox="1"/>
            <p:nvPr/>
          </p:nvSpPr>
          <p:spPr>
            <a:xfrm>
              <a:off x="8104320" y="3139058"/>
              <a:ext cx="18114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….</a:t>
              </a:r>
            </a:p>
          </p:txBody>
        </p:sp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8874193C-E116-D900-9A83-64B46D1CB4BD}"/>
                </a:ext>
              </a:extLst>
            </p:cNvPr>
            <p:cNvSpPr/>
            <p:nvPr/>
          </p:nvSpPr>
          <p:spPr>
            <a:xfrm>
              <a:off x="8877059" y="2913445"/>
              <a:ext cx="687060" cy="47938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Intent_synonyms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6983C46-3276-AD3D-0C15-D969A04E8D1A}"/>
                </a:ext>
              </a:extLst>
            </p:cNvPr>
            <p:cNvSpPr txBox="1"/>
            <p:nvPr/>
          </p:nvSpPr>
          <p:spPr>
            <a:xfrm>
              <a:off x="7194628" y="3073940"/>
              <a:ext cx="43441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  <a:p>
              <a:r>
                <a:rPr lang="en-US" altLang="ko-KR" sz="600">
                  <a:latin typeface="+mn-ea"/>
                </a:rPr>
                <a:t>FK  entity_id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88D9B4B2-6F69-EB55-649D-58EBFF783201}"/>
                </a:ext>
              </a:extLst>
            </p:cNvPr>
            <p:cNvSpPr txBox="1"/>
            <p:nvPr/>
          </p:nvSpPr>
          <p:spPr>
            <a:xfrm>
              <a:off x="8971174" y="3073940"/>
              <a:ext cx="41197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entity_id</a:t>
              </a:r>
            </a:p>
            <a:p>
              <a:r>
                <a:rPr lang="en-US" altLang="ko-KR" sz="600">
                  <a:latin typeface="+mn-ea"/>
                </a:rPr>
                <a:t>synonym</a:t>
              </a:r>
            </a:p>
          </p:txBody>
        </p: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EEB97E9C-F4C3-69CA-D301-F80C972F4727}"/>
                </a:ext>
              </a:extLst>
            </p:cNvPr>
            <p:cNvSpPr/>
            <p:nvPr/>
          </p:nvSpPr>
          <p:spPr>
            <a:xfrm>
              <a:off x="7132761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Intent_faqs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C7ED1D7-288B-31C7-EB04-1E63A488C567}"/>
                </a:ext>
              </a:extLst>
            </p:cNvPr>
            <p:cNvSpPr txBox="1"/>
            <p:nvPr/>
          </p:nvSpPr>
          <p:spPr>
            <a:xfrm>
              <a:off x="7163278" y="3667722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3153DA34-D055-6D83-56C1-DD33B83270A4}"/>
                </a:ext>
              </a:extLst>
            </p:cNvPr>
            <p:cNvSpPr/>
            <p:nvPr/>
          </p:nvSpPr>
          <p:spPr>
            <a:xfrm>
              <a:off x="7721161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Faq_candidates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EA01BC73-661E-68B0-C66A-8BCFD54E5A36}"/>
                </a:ext>
              </a:extLst>
            </p:cNvPr>
            <p:cNvSpPr txBox="1"/>
            <p:nvPr/>
          </p:nvSpPr>
          <p:spPr>
            <a:xfrm>
              <a:off x="7751678" y="3698908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08" name="사각형: 둥근 모서리 207">
              <a:extLst>
                <a:ext uri="{FF2B5EF4-FFF2-40B4-BE49-F238E27FC236}">
                  <a16:creationId xmlns:a16="http://schemas.microsoft.com/office/drawing/2014/main" id="{7598B782-4BE1-2ADC-C725-7A97C77ACC06}"/>
                </a:ext>
              </a:extLst>
            </p:cNvPr>
            <p:cNvSpPr/>
            <p:nvPr/>
          </p:nvSpPr>
          <p:spPr>
            <a:xfrm>
              <a:off x="8272294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runtime_pack_stroe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3006031-6C1F-FC47-BA0C-F8FD5D209024}"/>
                </a:ext>
              </a:extLst>
            </p:cNvPr>
            <p:cNvSpPr txBox="1"/>
            <p:nvPr/>
          </p:nvSpPr>
          <p:spPr>
            <a:xfrm>
              <a:off x="8302811" y="3697450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AC60BCAF-C48E-334D-04BB-84148F456740}"/>
                </a:ext>
              </a:extLst>
            </p:cNvPr>
            <p:cNvSpPr/>
            <p:nvPr/>
          </p:nvSpPr>
          <p:spPr>
            <a:xfrm>
              <a:off x="8832782" y="3495012"/>
              <a:ext cx="7990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active_runtime_pasks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0F0555E-72FD-F575-B275-10466D757A79}"/>
                </a:ext>
              </a:extLst>
            </p:cNvPr>
            <p:cNvSpPr txBox="1"/>
            <p:nvPr/>
          </p:nvSpPr>
          <p:spPr>
            <a:xfrm>
              <a:off x="8863299" y="3717176"/>
              <a:ext cx="67486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runtime_pack_id</a:t>
              </a:r>
            </a:p>
          </p:txBody>
        </p:sp>
        <p:cxnSp>
          <p:nvCxnSpPr>
            <p:cNvPr id="212" name="연결선: 꺾임 211">
              <a:extLst>
                <a:ext uri="{FF2B5EF4-FFF2-40B4-BE49-F238E27FC236}">
                  <a16:creationId xmlns:a16="http://schemas.microsoft.com/office/drawing/2014/main" id="{FB6B7451-B77A-60F9-3AB4-D68BB37C19BA}"/>
                </a:ext>
              </a:extLst>
            </p:cNvPr>
            <p:cNvCxnSpPr>
              <a:stCxn id="190" idx="1"/>
              <a:endCxn id="210" idx="0"/>
            </p:cNvCxnSpPr>
            <p:nvPr/>
          </p:nvCxnSpPr>
          <p:spPr>
            <a:xfrm rot="10800000" flipH="1" flipV="1">
              <a:off x="7132761" y="2078144"/>
              <a:ext cx="2099530" cy="1416867"/>
            </a:xfrm>
            <a:prstGeom prst="bentConnector4">
              <a:avLst>
                <a:gd name="adj1" fmla="val -6408"/>
                <a:gd name="adj2" fmla="val 94339"/>
              </a:avLst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화살표 연결선 212">
              <a:extLst>
                <a:ext uri="{FF2B5EF4-FFF2-40B4-BE49-F238E27FC236}">
                  <a16:creationId xmlns:a16="http://schemas.microsoft.com/office/drawing/2014/main" id="{C24ADDBF-37BC-2BB5-762D-ECF052FC30AC}"/>
                </a:ext>
              </a:extLst>
            </p:cNvPr>
            <p:cNvCxnSpPr>
              <a:cxnSpLocks/>
              <a:endCxn id="233" idx="3"/>
            </p:cNvCxnSpPr>
            <p:nvPr/>
          </p:nvCxnSpPr>
          <p:spPr>
            <a:xfrm flipH="1">
              <a:off x="6805310" y="2776170"/>
              <a:ext cx="201607" cy="3476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A72DCCAB-657C-B3FE-C4BB-9D355D79CAD8}"/>
                </a:ext>
              </a:extLst>
            </p:cNvPr>
            <p:cNvCxnSpPr>
              <a:cxnSpLocks/>
              <a:stCxn id="190" idx="2"/>
              <a:endCxn id="194" idx="0"/>
            </p:cNvCxnSpPr>
            <p:nvPr/>
          </p:nvCxnSpPr>
          <p:spPr>
            <a:xfrm>
              <a:off x="7476291" y="2258227"/>
              <a:ext cx="0" cy="1145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E71AF09E-F148-B5EC-17DD-D699FE627EE8}"/>
                </a:ext>
              </a:extLst>
            </p:cNvPr>
            <p:cNvCxnSpPr>
              <a:cxnSpLocks/>
              <a:stCxn id="194" idx="2"/>
              <a:endCxn id="198" idx="0"/>
            </p:cNvCxnSpPr>
            <p:nvPr/>
          </p:nvCxnSpPr>
          <p:spPr>
            <a:xfrm>
              <a:off x="7476291" y="2827248"/>
              <a:ext cx="0" cy="10332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A6C5486A-098F-2663-3BFB-B496DD5AFF10}"/>
                </a:ext>
              </a:extLst>
            </p:cNvPr>
            <p:cNvCxnSpPr>
              <a:cxnSpLocks/>
            </p:cNvCxnSpPr>
            <p:nvPr/>
          </p:nvCxnSpPr>
          <p:spPr>
            <a:xfrm>
              <a:off x="7628691" y="2979648"/>
              <a:ext cx="0" cy="10332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44BEEFA9-E3E7-72B4-5430-014E2FB4FB19}"/>
                </a:ext>
              </a:extLst>
            </p:cNvPr>
            <p:cNvCxnSpPr>
              <a:cxnSpLocks/>
              <a:stCxn id="190" idx="3"/>
              <a:endCxn id="192" idx="1"/>
            </p:cNvCxnSpPr>
            <p:nvPr/>
          </p:nvCxnSpPr>
          <p:spPr>
            <a:xfrm>
              <a:off x="7819821" y="2078145"/>
              <a:ext cx="217228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614932AC-8806-005F-4B57-3348D4750A90}"/>
                </a:ext>
              </a:extLst>
            </p:cNvPr>
            <p:cNvCxnSpPr>
              <a:cxnSpLocks/>
              <a:stCxn id="194" idx="3"/>
              <a:endCxn id="195" idx="1"/>
            </p:cNvCxnSpPr>
            <p:nvPr/>
          </p:nvCxnSpPr>
          <p:spPr>
            <a:xfrm flipV="1">
              <a:off x="7819821" y="2599600"/>
              <a:ext cx="217228" cy="39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35A89F3F-B11C-29DD-AF3A-DC5AAE294EA7}"/>
                </a:ext>
              </a:extLst>
            </p:cNvPr>
            <p:cNvCxnSpPr>
              <a:cxnSpLocks/>
              <a:stCxn id="198" idx="3"/>
              <a:endCxn id="199" idx="1"/>
            </p:cNvCxnSpPr>
            <p:nvPr/>
          </p:nvCxnSpPr>
          <p:spPr>
            <a:xfrm flipV="1">
              <a:off x="7819821" y="3153136"/>
              <a:ext cx="211032" cy="469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4FA88C03-F49D-55D7-DE03-6DF22B2F18B6}"/>
                </a:ext>
              </a:extLst>
            </p:cNvPr>
            <p:cNvCxnSpPr>
              <a:cxnSpLocks/>
              <a:stCxn id="199" idx="3"/>
              <a:endCxn id="201" idx="1"/>
            </p:cNvCxnSpPr>
            <p:nvPr/>
          </p:nvCxnSpPr>
          <p:spPr>
            <a:xfrm flipV="1">
              <a:off x="8655453" y="3153135"/>
              <a:ext cx="221606" cy="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6F0FF44E-1F89-8B86-27C1-17F1B334D07A}"/>
                </a:ext>
              </a:extLst>
            </p:cNvPr>
            <p:cNvSpPr txBox="1"/>
            <p:nvPr/>
          </p:nvSpPr>
          <p:spPr>
            <a:xfrm>
              <a:off x="6941049" y="196090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65472366-9232-CF48-549D-665B304C0BFC}"/>
                </a:ext>
              </a:extLst>
            </p:cNvPr>
            <p:cNvSpPr txBox="1"/>
            <p:nvPr/>
          </p:nvSpPr>
          <p:spPr>
            <a:xfrm>
              <a:off x="7863639" y="196090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F494A0B-2387-EA29-BD65-09016BA4A0E3}"/>
                </a:ext>
              </a:extLst>
            </p:cNvPr>
            <p:cNvSpPr txBox="1"/>
            <p:nvPr/>
          </p:nvSpPr>
          <p:spPr>
            <a:xfrm>
              <a:off x="7863639" y="246727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1532B86-81F5-D382-D1BB-1B3CD4557BB3}"/>
                </a:ext>
              </a:extLst>
            </p:cNvPr>
            <p:cNvSpPr txBox="1"/>
            <p:nvPr/>
          </p:nvSpPr>
          <p:spPr>
            <a:xfrm>
              <a:off x="7863639" y="3001970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E6353D90-48B4-AEB1-108F-859E95C7267D}"/>
                </a:ext>
              </a:extLst>
            </p:cNvPr>
            <p:cNvSpPr txBox="1"/>
            <p:nvPr/>
          </p:nvSpPr>
          <p:spPr>
            <a:xfrm>
              <a:off x="8697150" y="3001970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8AAA30BD-9A94-61C0-4EC4-E785610D660C}"/>
                </a:ext>
              </a:extLst>
            </p:cNvPr>
            <p:cNvCxnSpPr>
              <a:cxnSpLocks/>
              <a:endCxn id="204" idx="0"/>
            </p:cNvCxnSpPr>
            <p:nvPr/>
          </p:nvCxnSpPr>
          <p:spPr>
            <a:xfrm>
              <a:off x="7390520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화살표 연결선 226">
              <a:extLst>
                <a:ext uri="{FF2B5EF4-FFF2-40B4-BE49-F238E27FC236}">
                  <a16:creationId xmlns:a16="http://schemas.microsoft.com/office/drawing/2014/main" id="{9909D1F9-2929-6D66-1B57-C21AD3975766}"/>
                </a:ext>
              </a:extLst>
            </p:cNvPr>
            <p:cNvCxnSpPr>
              <a:cxnSpLocks/>
            </p:cNvCxnSpPr>
            <p:nvPr/>
          </p:nvCxnSpPr>
          <p:spPr>
            <a:xfrm>
              <a:off x="7973761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855B7807-C440-7126-A23D-A5EA485EC8A2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6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F2B2D53E-893F-15E4-E8AB-349405696820}"/>
                </a:ext>
              </a:extLst>
            </p:cNvPr>
            <p:cNvSpPr/>
            <p:nvPr/>
          </p:nvSpPr>
          <p:spPr>
            <a:xfrm>
              <a:off x="7172511" y="3980558"/>
              <a:ext cx="2478303" cy="2179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Pack_validation_* : 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검증 데이터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규칙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샘플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결과 등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70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CCC89D12-B1EE-08FF-1E4A-48C774A75EBA}"/>
              </a:ext>
            </a:extLst>
          </p:cNvPr>
          <p:cNvGrpSpPr/>
          <p:nvPr/>
        </p:nvGrpSpPr>
        <p:grpSpPr>
          <a:xfrm>
            <a:off x="228755" y="4364509"/>
            <a:ext cx="4681767" cy="1984856"/>
            <a:chOff x="228755" y="4323869"/>
            <a:chExt cx="4681767" cy="1984856"/>
          </a:xfrm>
        </p:grpSpPr>
        <p:sp>
          <p:nvSpPr>
            <p:cNvPr id="285" name="Shape 8">
              <a:extLst>
                <a:ext uri="{FF2B5EF4-FFF2-40B4-BE49-F238E27FC236}">
                  <a16:creationId xmlns:a16="http://schemas.microsoft.com/office/drawing/2014/main" id="{CF047C07-EF56-F915-97AA-A12D77AA98CD}"/>
                </a:ext>
              </a:extLst>
            </p:cNvPr>
            <p:cNvSpPr/>
            <p:nvPr/>
          </p:nvSpPr>
          <p:spPr>
            <a:xfrm>
              <a:off x="228755" y="4323869"/>
              <a:ext cx="4681767" cy="189765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도메인별 테이블 그룹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6" name="사각형: 둥근 모서리 285">
              <a:extLst>
                <a:ext uri="{FF2B5EF4-FFF2-40B4-BE49-F238E27FC236}">
                  <a16:creationId xmlns:a16="http://schemas.microsoft.com/office/drawing/2014/main" id="{D9820DAE-8A0A-6EB6-5463-F8C69C6F550D}"/>
                </a:ext>
              </a:extLst>
            </p:cNvPr>
            <p:cNvSpPr/>
            <p:nvPr/>
          </p:nvSpPr>
          <p:spPr>
            <a:xfrm>
              <a:off x="236538" y="4513634"/>
              <a:ext cx="4673984" cy="1795091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287" name="사각형: 둥근 모서리 286">
              <a:extLst>
                <a:ext uri="{FF2B5EF4-FFF2-40B4-BE49-F238E27FC236}">
                  <a16:creationId xmlns:a16="http://schemas.microsoft.com/office/drawing/2014/main" id="{69157D1B-D9B3-070E-FD95-615BBA6B470D}"/>
                </a:ext>
              </a:extLst>
            </p:cNvPr>
            <p:cNvSpPr/>
            <p:nvPr/>
          </p:nvSpPr>
          <p:spPr>
            <a:xfrm>
              <a:off x="327169" y="4586655"/>
              <a:ext cx="1130609" cy="1667841"/>
            </a:xfrm>
            <a:prstGeom prst="roundRect">
              <a:avLst>
                <a:gd name="adj" fmla="val 2553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rPr>
                <a:t>시스템 및 사용자 관리</a:t>
              </a:r>
            </a:p>
          </p:txBody>
        </p:sp>
        <p:sp>
          <p:nvSpPr>
            <p:cNvPr id="288" name="사각형: 둥근 모서리 287">
              <a:extLst>
                <a:ext uri="{FF2B5EF4-FFF2-40B4-BE49-F238E27FC236}">
                  <a16:creationId xmlns:a16="http://schemas.microsoft.com/office/drawing/2014/main" id="{2BE86B6E-3B28-D70F-C211-A7F3A8A09332}"/>
                </a:ext>
              </a:extLst>
            </p:cNvPr>
            <p:cNvSpPr/>
            <p:nvPr/>
          </p:nvSpPr>
          <p:spPr>
            <a:xfrm>
              <a:off x="1513170" y="4592621"/>
              <a:ext cx="1220157" cy="1661875"/>
            </a:xfrm>
            <a:prstGeom prst="roundRect">
              <a:avLst>
                <a:gd name="adj" fmla="val 3166"/>
              </a:avLst>
            </a:prstGeom>
            <a:solidFill>
              <a:srgbClr val="FAFBF8"/>
            </a:solidFill>
            <a:ln w="9525">
              <a:solidFill>
                <a:srgbClr val="3373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rPr>
                <a:t>지식 관리 및 인덱싱</a:t>
              </a:r>
            </a:p>
          </p:txBody>
        </p:sp>
        <p:sp>
          <p:nvSpPr>
            <p:cNvPr id="289" name="사각형: 둥근 모서리 288">
              <a:extLst>
                <a:ext uri="{FF2B5EF4-FFF2-40B4-BE49-F238E27FC236}">
                  <a16:creationId xmlns:a16="http://schemas.microsoft.com/office/drawing/2014/main" id="{4FCAB51E-3DC2-A041-FA67-879C424B5C88}"/>
                </a:ext>
              </a:extLst>
            </p:cNvPr>
            <p:cNvSpPr/>
            <p:nvPr/>
          </p:nvSpPr>
          <p:spPr>
            <a:xfrm>
              <a:off x="2780904" y="4586655"/>
              <a:ext cx="912030" cy="1667841"/>
            </a:xfrm>
            <a:prstGeom prst="roundRect">
              <a:avLst>
                <a:gd name="adj" fmla="val 5200"/>
              </a:avLst>
            </a:prstGeom>
            <a:solidFill>
              <a:srgbClr val="FAF8FE"/>
            </a:solidFill>
            <a:ln w="9525">
              <a:solidFill>
                <a:srgbClr val="6549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6549A8"/>
                  </a:solidFill>
                  <a:effectLst/>
                  <a:uLnTx/>
                  <a:uFillTx/>
                  <a:latin typeface="+mn-ea"/>
                  <a:cs typeface="+mn-cs"/>
                </a:rPr>
                <a:t>. </a:t>
              </a: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6549A8"/>
                  </a:solidFill>
                  <a:effectLst/>
                  <a:uLnTx/>
                  <a:uFillTx/>
                  <a:latin typeface="+mn-ea"/>
                  <a:cs typeface="+mn-cs"/>
                </a:rPr>
                <a:t>채팅 및 프롬프트</a:t>
              </a:r>
            </a:p>
          </p:txBody>
        </p:sp>
        <p:sp>
          <p:nvSpPr>
            <p:cNvPr id="290" name="사각형: 둥근 모서리 289">
              <a:extLst>
                <a:ext uri="{FF2B5EF4-FFF2-40B4-BE49-F238E27FC236}">
                  <a16:creationId xmlns:a16="http://schemas.microsoft.com/office/drawing/2014/main" id="{0E5A9CBD-BAAB-D616-9AEE-494BAEF59175}"/>
                </a:ext>
              </a:extLst>
            </p:cNvPr>
            <p:cNvSpPr/>
            <p:nvPr/>
          </p:nvSpPr>
          <p:spPr>
            <a:xfrm>
              <a:off x="3741672" y="4592621"/>
              <a:ext cx="1163637" cy="1661875"/>
            </a:xfrm>
            <a:prstGeom prst="roundRect">
              <a:avLst>
                <a:gd name="adj" fmla="val 5200"/>
              </a:avLst>
            </a:prstGeom>
            <a:solidFill>
              <a:srgbClr val="FDFAF5"/>
            </a:solidFill>
            <a:ln w="9525"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rPr>
                <a:t>Intent Factory/Runtime </a:t>
              </a:r>
              <a:r>
                <a:rPr lang="en-US" altLang="ko-KR" sz="800" b="1" spc="-100">
                  <a:solidFill>
                    <a:srgbClr val="CB7121"/>
                  </a:solidFill>
                  <a:latin typeface="+mn-ea"/>
                </a:rPr>
                <a:t>Pack</a:t>
              </a:r>
              <a:endPara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CB712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04BB1FBF-0B27-8816-8A4D-924A8EDDC4CB}"/>
                </a:ext>
              </a:extLst>
            </p:cNvPr>
            <p:cNvSpPr txBox="1"/>
            <p:nvPr/>
          </p:nvSpPr>
          <p:spPr>
            <a:xfrm>
              <a:off x="397766" y="4860306"/>
              <a:ext cx="1005094" cy="9694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Admin_users :</a:t>
              </a:r>
              <a:r>
                <a:rPr lang="ko-KR" altLang="en-US" sz="700">
                  <a:latin typeface="+mn-ea"/>
                </a:rPr>
                <a:t>관리자 계정</a:t>
              </a:r>
              <a:r>
                <a:rPr lang="en-US" altLang="ko-KR" sz="700">
                  <a:latin typeface="+mn-ea"/>
                </a:rPr>
                <a:t>/</a:t>
              </a:r>
              <a:r>
                <a:rPr lang="ko-KR" altLang="en-US" sz="700">
                  <a:latin typeface="+mn-ea"/>
                </a:rPr>
                <a:t>권한 매핑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Sys-roles : </a:t>
              </a:r>
              <a:r>
                <a:rPr lang="ko-KR" altLang="en-US" sz="700">
                  <a:latin typeface="+mn-ea"/>
                </a:rPr>
                <a:t>역할 정의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Sys_menus : </a:t>
              </a:r>
              <a:r>
                <a:rPr lang="ko-KR" altLang="en-US" sz="700">
                  <a:latin typeface="+mn-ea"/>
                </a:rPr>
                <a:t>메뉴 트리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Sys_role_menus : </a:t>
              </a:r>
              <a:r>
                <a:rPr lang="ko-KR" altLang="en-US" sz="700">
                  <a:latin typeface="+mn-ea"/>
                </a:rPr>
                <a:t>룰별 메뉴 권한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Projects : </a:t>
              </a:r>
              <a:r>
                <a:rPr lang="ko-KR" altLang="en-US" sz="700">
                  <a:latin typeface="+mn-ea"/>
                </a:rPr>
                <a:t>프로젝트 단위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projects_user : </a:t>
              </a:r>
              <a:r>
                <a:rPr lang="ko-KR" altLang="en-US" sz="700">
                  <a:latin typeface="+mn-ea"/>
                </a:rPr>
                <a:t>프로젝트 참여자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F9B8F0F-AA9D-72DA-A01B-8151AEAECE3F}"/>
                </a:ext>
              </a:extLst>
            </p:cNvPr>
            <p:cNvSpPr txBox="1"/>
            <p:nvPr/>
          </p:nvSpPr>
          <p:spPr>
            <a:xfrm>
              <a:off x="1586555" y="4861073"/>
              <a:ext cx="1105603" cy="10772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Grahprag_sources:</a:t>
              </a:r>
              <a:r>
                <a:rPr lang="ko-KR" altLang="en-US" sz="700">
                  <a:latin typeface="+mn-ea"/>
                </a:rPr>
                <a:t>원본 문서 메타데이터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Index_jobs : </a:t>
              </a:r>
              <a:r>
                <a:rPr lang="ko-KR" altLang="en-US" sz="700">
                  <a:latin typeface="+mn-ea"/>
                </a:rPr>
                <a:t>인덱싱 작업 상태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Graphrag_chunks:</a:t>
              </a:r>
              <a:r>
                <a:rPr lang="ko-KR" altLang="en-US" sz="700">
                  <a:latin typeface="+mn-ea"/>
                </a:rPr>
                <a:t>텍스트 청크 </a:t>
              </a:r>
              <a:r>
                <a:rPr lang="en-US" altLang="ko-KR" sz="700">
                  <a:latin typeface="+mn-ea"/>
                </a:rPr>
                <a:t>+ embedding</a:t>
              </a:r>
            </a:p>
            <a:p>
              <a:r>
                <a:rPr lang="en-US" altLang="ko-KR" sz="700">
                  <a:latin typeface="+mn-ea"/>
                </a:rPr>
                <a:t>Graphrag_entities</a:t>
              </a:r>
              <a:r>
                <a:rPr lang="ko-KR" altLang="en-US" sz="700">
                  <a:latin typeface="+mn-ea"/>
                </a:rPr>
                <a:t> </a:t>
              </a:r>
              <a:r>
                <a:rPr lang="en-US" altLang="ko-KR" sz="700">
                  <a:latin typeface="+mn-ea"/>
                </a:rPr>
                <a:t>:</a:t>
              </a:r>
              <a:r>
                <a:rPr lang="ko-KR" altLang="en-US" sz="700">
                  <a:latin typeface="+mn-ea"/>
                </a:rPr>
                <a:t> 추출 </a:t>
              </a:r>
              <a:r>
                <a:rPr lang="en-US" altLang="ko-KR" sz="700">
                  <a:latin typeface="+mn-ea"/>
                </a:rPr>
                <a:t>Entity</a:t>
              </a:r>
            </a:p>
            <a:p>
              <a:r>
                <a:rPr lang="en-US" altLang="ko-KR" sz="700">
                  <a:latin typeface="+mn-ea"/>
                </a:rPr>
                <a:t>Graphrag_relations ; entity </a:t>
              </a:r>
              <a:r>
                <a:rPr lang="ko-KR" altLang="en-US" sz="700">
                  <a:latin typeface="+mn-ea"/>
                </a:rPr>
                <a:t>관계</a:t>
              </a:r>
              <a:endParaRPr lang="en-US" altLang="ko-KR" sz="700">
                <a:latin typeface="+mn-ea"/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723154AC-EC12-E93A-042B-E99590A39ABB}"/>
                </a:ext>
              </a:extLst>
            </p:cNvPr>
            <p:cNvSpPr txBox="1"/>
            <p:nvPr/>
          </p:nvSpPr>
          <p:spPr>
            <a:xfrm>
              <a:off x="3831237" y="4874018"/>
              <a:ext cx="1005094" cy="11849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Intent_definitions, intent_examples</a:t>
              </a:r>
            </a:p>
            <a:p>
              <a:r>
                <a:rPr lang="en-US" altLang="ko-KR" sz="700">
                  <a:latin typeface="+mn-ea"/>
                </a:rPr>
                <a:t>Intent_actions, intent_action_links</a:t>
              </a:r>
            </a:p>
            <a:p>
              <a:r>
                <a:rPr lang="en-US" altLang="ko-KR" sz="700">
                  <a:latin typeface="+mn-ea"/>
                </a:rPr>
                <a:t>Intent_entities, entity_synonyms, intent_entity_links</a:t>
              </a:r>
            </a:p>
            <a:p>
              <a:r>
                <a:rPr lang="en-US" altLang="ko-KR" sz="700">
                  <a:latin typeface="+mn-ea"/>
                </a:rPr>
                <a:t>Runtime_pack_store, active_runtime_packs</a:t>
              </a:r>
            </a:p>
            <a:p>
              <a:r>
                <a:rPr lang="en-US" altLang="ko-KR" sz="700">
                  <a:latin typeface="+mn-ea"/>
                </a:rPr>
                <a:t>Pack_validation_* : </a:t>
              </a:r>
              <a:r>
                <a:rPr lang="ko-KR" altLang="en-US" sz="700">
                  <a:latin typeface="+mn-ea"/>
                </a:rPr>
                <a:t>검증 데이터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4BCDBBF3-DA87-C3BD-A8E9-EA585199FFF4}"/>
                </a:ext>
              </a:extLst>
            </p:cNvPr>
            <p:cNvSpPr txBox="1"/>
            <p:nvPr/>
          </p:nvSpPr>
          <p:spPr>
            <a:xfrm>
              <a:off x="2816228" y="4864689"/>
              <a:ext cx="830656" cy="7540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System_prompts:</a:t>
              </a:r>
              <a:r>
                <a:rPr lang="ko-KR" altLang="en-US" sz="700">
                  <a:latin typeface="+mn-ea"/>
                </a:rPr>
                <a:t>프로젝트별 프롬프트 이력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Chat_sessions : </a:t>
              </a:r>
              <a:r>
                <a:rPr lang="ko-KR" altLang="en-US" sz="700">
                  <a:latin typeface="+mn-ea"/>
                </a:rPr>
                <a:t>대화 세션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Chat_history:</a:t>
              </a:r>
              <a:r>
                <a:rPr lang="ko-KR" altLang="en-US" sz="700">
                  <a:latin typeface="+mn-ea"/>
                </a:rPr>
                <a:t>메시지 로그</a:t>
              </a:r>
              <a:endParaRPr lang="en-US" altLang="ko-KR" sz="700">
                <a:latin typeface="+mn-ea"/>
              </a:endParaRPr>
            </a:p>
          </p:txBody>
        </p: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7424E83E-93D2-E644-5D10-1AB6C3514D71}"/>
              </a:ext>
            </a:extLst>
          </p:cNvPr>
          <p:cNvGrpSpPr/>
          <p:nvPr/>
        </p:nvGrpSpPr>
        <p:grpSpPr>
          <a:xfrm>
            <a:off x="5016654" y="4364509"/>
            <a:ext cx="4716463" cy="1984856"/>
            <a:chOff x="5016654" y="4364509"/>
            <a:chExt cx="4716463" cy="1984856"/>
          </a:xfrm>
        </p:grpSpPr>
        <p:sp>
          <p:nvSpPr>
            <p:cNvPr id="296" name="Shape 8">
              <a:extLst>
                <a:ext uri="{FF2B5EF4-FFF2-40B4-BE49-F238E27FC236}">
                  <a16:creationId xmlns:a16="http://schemas.microsoft.com/office/drawing/2014/main" id="{FD92EC6A-8E0E-531F-6D2C-033057BE23B0}"/>
                </a:ext>
              </a:extLst>
            </p:cNvPr>
            <p:cNvSpPr/>
            <p:nvPr/>
          </p:nvSpPr>
          <p:spPr>
            <a:xfrm>
              <a:off x="5016655" y="4364509"/>
              <a:ext cx="4716462" cy="189765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 테이블 상세 정의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7649A13C-DFC0-817D-B04D-7C5228E8E7AE}"/>
                </a:ext>
              </a:extLst>
            </p:cNvPr>
            <p:cNvSpPr/>
            <p:nvPr/>
          </p:nvSpPr>
          <p:spPr>
            <a:xfrm>
              <a:off x="5016654" y="4554274"/>
              <a:ext cx="4716462" cy="1795091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446C2AA9-E1D6-AF69-074A-A6FD734BBEC2}"/>
                </a:ext>
              </a:extLst>
            </p:cNvPr>
            <p:cNvGrpSpPr/>
            <p:nvPr/>
          </p:nvGrpSpPr>
          <p:grpSpPr>
            <a:xfrm>
              <a:off x="5087129" y="4627295"/>
              <a:ext cx="1116000" cy="1667841"/>
              <a:chOff x="5112529" y="4627295"/>
              <a:chExt cx="1116000" cy="1667841"/>
            </a:xfrm>
          </p:grpSpPr>
          <p:sp>
            <p:nvSpPr>
              <p:cNvPr id="298" name="사각형: 둥근 모서리 297">
                <a:extLst>
                  <a:ext uri="{FF2B5EF4-FFF2-40B4-BE49-F238E27FC236}">
                    <a16:creationId xmlns:a16="http://schemas.microsoft.com/office/drawing/2014/main" id="{5BF69A96-8F4D-4623-67E7-26DB5B926E30}"/>
                  </a:ext>
                </a:extLst>
              </p:cNvPr>
              <p:cNvSpPr/>
              <p:nvPr/>
            </p:nvSpPr>
            <p:spPr>
              <a:xfrm>
                <a:off x="5112529" y="4627295"/>
                <a:ext cx="1116000" cy="1667841"/>
              </a:xfrm>
              <a:prstGeom prst="roundRect">
                <a:avLst>
                  <a:gd name="adj" fmla="val 2553"/>
                </a:avLst>
              </a:prstGeom>
              <a:solidFill>
                <a:srgbClr val="EDF3FB"/>
              </a:solidFill>
              <a:ln w="9525">
                <a:solidFill>
                  <a:srgbClr val="C2C8C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800" b="1" spc="-100">
                    <a:solidFill>
                      <a:srgbClr val="1C52A8"/>
                    </a:solidFill>
                    <a:latin typeface="+mn-ea"/>
                  </a:rPr>
                  <a:t>admin_users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8CDC33D1-67E0-1201-334B-28C54B453B84}"/>
                  </a:ext>
                </a:extLst>
              </p:cNvPr>
              <p:cNvSpPr txBox="1"/>
              <p:nvPr/>
            </p:nvSpPr>
            <p:spPr>
              <a:xfrm>
                <a:off x="5157769" y="4927036"/>
                <a:ext cx="694392" cy="127182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Email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role_id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Department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Approvla_status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Is_active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Create_at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last_login_at</a:t>
                </a:r>
                <a:endParaRPr lang="ko-KR" altLang="en-US" sz="700">
                  <a:latin typeface="+mn-ea"/>
                </a:endParaRP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258D59F2-EE57-D23A-9FD5-0FC435A09BE1}"/>
                  </a:ext>
                </a:extLst>
              </p:cNvPr>
              <p:cNvSpPr txBox="1"/>
              <p:nvPr/>
            </p:nvSpPr>
            <p:spPr>
              <a:xfrm>
                <a:off x="5834138" y="4927036"/>
                <a:ext cx="394391" cy="463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UNIQUE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C60F70B3-DDD0-9E97-889F-58792CFB364D}"/>
                </a:ext>
              </a:extLst>
            </p:cNvPr>
            <p:cNvGrpSpPr/>
            <p:nvPr/>
          </p:nvGrpSpPr>
          <p:grpSpPr>
            <a:xfrm>
              <a:off x="6234206" y="4633261"/>
              <a:ext cx="1129913" cy="1661875"/>
              <a:chOff x="6250697" y="4633261"/>
              <a:chExt cx="1129913" cy="1661875"/>
            </a:xfrm>
          </p:grpSpPr>
          <p:sp>
            <p:nvSpPr>
              <p:cNvPr id="299" name="사각형: 둥근 모서리 298">
                <a:extLst>
                  <a:ext uri="{FF2B5EF4-FFF2-40B4-BE49-F238E27FC236}">
                    <a16:creationId xmlns:a16="http://schemas.microsoft.com/office/drawing/2014/main" id="{F50E36C9-D7B6-965C-ADB2-7561838A63F6}"/>
                  </a:ext>
                </a:extLst>
              </p:cNvPr>
              <p:cNvSpPr/>
              <p:nvPr/>
            </p:nvSpPr>
            <p:spPr>
              <a:xfrm>
                <a:off x="6250697" y="4633261"/>
                <a:ext cx="1116000" cy="1661875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graphrag_chunks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C5618ADB-1FA0-6544-F082-2117119D8946}"/>
                  </a:ext>
                </a:extLst>
              </p:cNvPr>
              <p:cNvSpPr txBox="1"/>
              <p:nvPr/>
            </p:nvSpPr>
            <p:spPr>
              <a:xfrm>
                <a:off x="6309850" y="4919926"/>
                <a:ext cx="694392" cy="787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content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Embedding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chunk_index</a:t>
                </a: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8CD2A03A-3265-682A-EDBE-DA16B659BA78}"/>
                  </a:ext>
                </a:extLst>
              </p:cNvPr>
              <p:cNvSpPr txBox="1"/>
              <p:nvPr/>
            </p:nvSpPr>
            <p:spPr>
              <a:xfrm>
                <a:off x="6986219" y="4919926"/>
                <a:ext cx="394391" cy="302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  <p:grpSp>
          <p:nvGrpSpPr>
            <p:cNvPr id="312" name="그룹 311">
              <a:extLst>
                <a:ext uri="{FF2B5EF4-FFF2-40B4-BE49-F238E27FC236}">
                  <a16:creationId xmlns:a16="http://schemas.microsoft.com/office/drawing/2014/main" id="{302528AC-BBC0-CF1D-10EF-B9AAA91E93CE}"/>
                </a:ext>
              </a:extLst>
            </p:cNvPr>
            <p:cNvGrpSpPr/>
            <p:nvPr/>
          </p:nvGrpSpPr>
          <p:grpSpPr>
            <a:xfrm>
              <a:off x="7395196" y="4633261"/>
              <a:ext cx="1116000" cy="1661875"/>
              <a:chOff x="7388865" y="4633261"/>
              <a:chExt cx="1116000" cy="1661875"/>
            </a:xfrm>
          </p:grpSpPr>
          <p:sp>
            <p:nvSpPr>
              <p:cNvPr id="302" name="사각형: 둥근 모서리 301">
                <a:extLst>
                  <a:ext uri="{FF2B5EF4-FFF2-40B4-BE49-F238E27FC236}">
                    <a16:creationId xmlns:a16="http://schemas.microsoft.com/office/drawing/2014/main" id="{A24EBCBC-D74A-DFE4-D5F3-6EF19DBEF479}"/>
                  </a:ext>
                </a:extLst>
              </p:cNvPr>
              <p:cNvSpPr/>
              <p:nvPr/>
            </p:nvSpPr>
            <p:spPr>
              <a:xfrm>
                <a:off x="7388865" y="4633261"/>
                <a:ext cx="1116000" cy="1661875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graphrag_relations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16469BB4-D64A-D768-4135-D051B109FC2C}"/>
                  </a:ext>
                </a:extLst>
              </p:cNvPr>
              <p:cNvSpPr txBox="1"/>
              <p:nvPr/>
            </p:nvSpPr>
            <p:spPr>
              <a:xfrm>
                <a:off x="7434105" y="4919926"/>
                <a:ext cx="694392" cy="948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source_entity_id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Target_entity_id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Relation_type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Descripton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source_chunk_ids</a:t>
                </a:r>
              </a:p>
            </p:txBody>
          </p: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086A65F8-4289-FA96-2F20-F4D5B5148C01}"/>
                </a:ext>
              </a:extLst>
            </p:cNvPr>
            <p:cNvSpPr txBox="1"/>
            <p:nvPr/>
          </p:nvSpPr>
          <p:spPr>
            <a:xfrm>
              <a:off x="8156194" y="4919926"/>
              <a:ext cx="394391" cy="4639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PK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FK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FK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F61F2AAE-8EDF-0D37-C2FC-FD5704894233}"/>
                </a:ext>
              </a:extLst>
            </p:cNvPr>
            <p:cNvGrpSpPr/>
            <p:nvPr/>
          </p:nvGrpSpPr>
          <p:grpSpPr>
            <a:xfrm>
              <a:off x="8542272" y="4633261"/>
              <a:ext cx="1116480" cy="1661875"/>
              <a:chOff x="8527032" y="4633261"/>
              <a:chExt cx="1116480" cy="1661875"/>
            </a:xfrm>
          </p:grpSpPr>
          <p:sp>
            <p:nvSpPr>
              <p:cNvPr id="300" name="사각형: 둥근 모서리 299">
                <a:extLst>
                  <a:ext uri="{FF2B5EF4-FFF2-40B4-BE49-F238E27FC236}">
                    <a16:creationId xmlns:a16="http://schemas.microsoft.com/office/drawing/2014/main" id="{3F3BFA52-86A7-7C1F-1E17-4305142FE6B7}"/>
                  </a:ext>
                </a:extLst>
              </p:cNvPr>
              <p:cNvSpPr/>
              <p:nvPr/>
            </p:nvSpPr>
            <p:spPr>
              <a:xfrm>
                <a:off x="8527032" y="4633261"/>
                <a:ext cx="1116000" cy="1661875"/>
              </a:xfrm>
              <a:prstGeom prst="roundRect">
                <a:avLst>
                  <a:gd name="adj" fmla="val 5200"/>
                </a:avLst>
              </a:prstGeom>
              <a:solidFill>
                <a:srgbClr val="FDFAF5"/>
              </a:solidFill>
              <a:ln w="9525">
                <a:solidFill>
                  <a:srgbClr val="CB712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CB712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Intent_action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E59233E7-2E6E-3F67-DBE4-0F6973A3AB0D}"/>
                  </a:ext>
                </a:extLst>
              </p:cNvPr>
              <p:cNvSpPr txBox="1"/>
              <p:nvPr/>
            </p:nvSpPr>
            <p:spPr>
              <a:xfrm>
                <a:off x="8572752" y="4919926"/>
                <a:ext cx="694392" cy="1184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project_id</a:t>
                </a:r>
              </a:p>
              <a:p>
                <a:r>
                  <a:rPr lang="en-US" altLang="ko-KR" sz="700">
                    <a:latin typeface="+mn-ea"/>
                  </a:rPr>
                  <a:t>action_id</a:t>
                </a:r>
              </a:p>
              <a:p>
                <a:r>
                  <a:rPr lang="en-US" altLang="ko-KR" sz="700">
                    <a:latin typeface="+mn-ea"/>
                  </a:rPr>
                  <a:t>action_name</a:t>
                </a:r>
              </a:p>
              <a:p>
                <a:r>
                  <a:rPr lang="en-US" altLang="ko-KR" sz="700">
                    <a:latin typeface="+mn-ea"/>
                  </a:rPr>
                  <a:t>acton_type</a:t>
                </a:r>
              </a:p>
              <a:p>
                <a:r>
                  <a:rPr lang="en-US" altLang="ko-KR" sz="700">
                    <a:latin typeface="+mn-ea"/>
                  </a:rPr>
                  <a:t>Execution_mode</a:t>
                </a:r>
              </a:p>
              <a:p>
                <a:r>
                  <a:rPr lang="en-US" altLang="ko-KR" sz="700">
                    <a:latin typeface="+mn-ea"/>
                  </a:rPr>
                  <a:t>route_value</a:t>
                </a:r>
              </a:p>
              <a:p>
                <a:r>
                  <a:rPr lang="en-US" altLang="ko-KR" sz="700">
                    <a:latin typeface="+mn-ea"/>
                  </a:rPr>
                  <a:t>Api_endpoint</a:t>
                </a:r>
              </a:p>
              <a:p>
                <a:r>
                  <a:rPr lang="en-US" altLang="ko-KR" sz="700">
                    <a:latin typeface="+mn-ea"/>
                  </a:rPr>
                  <a:t>Sql_template</a:t>
                </a:r>
              </a:p>
              <a:p>
                <a:r>
                  <a:rPr lang="en-US" altLang="ko-KR" sz="700">
                    <a:latin typeface="+mn-ea"/>
                  </a:rPr>
                  <a:t>status</a:t>
                </a: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030F2681-2CAF-A29D-DF4B-8A2914492FE6}"/>
                  </a:ext>
                </a:extLst>
              </p:cNvPr>
              <p:cNvSpPr txBox="1"/>
              <p:nvPr/>
            </p:nvSpPr>
            <p:spPr>
              <a:xfrm>
                <a:off x="9249121" y="4919926"/>
                <a:ext cx="394391" cy="302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980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2059-45FC-C8D2-1942-CE9C737C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DC3BA107-B4A5-D8E9-B019-3461DC73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Intent Factory </a:t>
            </a:r>
            <a:r>
              <a:rPr lang="ko-KR" altLang="en-US"/>
              <a:t>운영 모델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F587D6A-1DAC-3CCA-4F96-99E2A1D855AF}"/>
              </a:ext>
            </a:extLst>
          </p:cNvPr>
          <p:cNvGrpSpPr/>
          <p:nvPr/>
        </p:nvGrpSpPr>
        <p:grpSpPr>
          <a:xfrm>
            <a:off x="657815" y="1363713"/>
            <a:ext cx="1405962" cy="1136183"/>
            <a:chOff x="657815" y="1400783"/>
            <a:chExt cx="1405962" cy="1136183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1FC184FA-2059-1A67-1E7B-E559C56900FD}"/>
                </a:ext>
              </a:extLst>
            </p:cNvPr>
            <p:cNvSpPr/>
            <p:nvPr/>
          </p:nvSpPr>
          <p:spPr>
            <a:xfrm>
              <a:off x="657815" y="1715359"/>
              <a:ext cx="1405962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1000" b="1"/>
                <a:t>고객 운영자 신규 메뉴</a:t>
              </a:r>
              <a:r>
                <a:rPr lang="en-US" altLang="ko-KR" sz="1000" b="1"/>
                <a:t>/</a:t>
              </a:r>
              <a:r>
                <a:rPr lang="ko-KR" altLang="en-US" sz="1000" b="1"/>
                <a:t>업무</a:t>
              </a:r>
              <a:r>
                <a:rPr lang="en-US" altLang="ko-KR" sz="1000" b="1"/>
                <a:t>/FAQ </a:t>
              </a:r>
              <a:r>
                <a:rPr lang="ko-KR" altLang="en-US" sz="1000" b="1"/>
                <a:t>추가요청</a:t>
              </a:r>
            </a:p>
          </p:txBody>
        </p:sp>
        <p:sp>
          <p:nvSpPr>
            <p:cNvPr id="3" name="Text 29">
              <a:extLst>
                <a:ext uri="{FF2B5EF4-FFF2-40B4-BE49-F238E27FC236}">
                  <a16:creationId xmlns:a16="http://schemas.microsoft.com/office/drawing/2014/main" id="{87DF4C48-E92F-1C9E-9752-E91533D88BC0}"/>
                </a:ext>
              </a:extLst>
            </p:cNvPr>
            <p:cNvSpPr txBox="1"/>
            <p:nvPr/>
          </p:nvSpPr>
          <p:spPr>
            <a:xfrm>
              <a:off x="657815" y="1400783"/>
              <a:ext cx="1405962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1. </a:t>
              </a:r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요청</a:t>
              </a:r>
              <a:endParaRPr 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6419BD6-0B4A-7AC7-5BEE-3D8736645B1A}"/>
              </a:ext>
            </a:extLst>
          </p:cNvPr>
          <p:cNvGrpSpPr/>
          <p:nvPr/>
        </p:nvGrpSpPr>
        <p:grpSpPr>
          <a:xfrm>
            <a:off x="2370150" y="1363713"/>
            <a:ext cx="1405962" cy="1136183"/>
            <a:chOff x="2184466" y="1400783"/>
            <a:chExt cx="1405962" cy="1136183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13DD39F-3532-B067-7F2C-8D472B58FDE0}"/>
                </a:ext>
              </a:extLst>
            </p:cNvPr>
            <p:cNvSpPr/>
            <p:nvPr/>
          </p:nvSpPr>
          <p:spPr>
            <a:xfrm>
              <a:off x="2184466" y="1715359"/>
              <a:ext cx="1405962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1000" b="1"/>
                <a:t>JWP Intent Factory(LLM)  Intent</a:t>
              </a:r>
              <a:r>
                <a:rPr lang="ko-KR" altLang="en-US" sz="1000" b="1"/>
                <a:t> 자동 생성 및 보강</a:t>
              </a:r>
            </a:p>
            <a:p>
              <a:pPr algn="ctr"/>
              <a:endParaRPr lang="ko-KR" altLang="en-US" sz="1000" b="1"/>
            </a:p>
          </p:txBody>
        </p:sp>
        <p:sp>
          <p:nvSpPr>
            <p:cNvPr id="8" name="Text 29">
              <a:extLst>
                <a:ext uri="{FF2B5EF4-FFF2-40B4-BE49-F238E27FC236}">
                  <a16:creationId xmlns:a16="http://schemas.microsoft.com/office/drawing/2014/main" id="{83238203-921C-1606-C224-D650B7A0AB4A}"/>
                </a:ext>
              </a:extLst>
            </p:cNvPr>
            <p:cNvSpPr txBox="1"/>
            <p:nvPr/>
          </p:nvSpPr>
          <p:spPr>
            <a:xfrm>
              <a:off x="2184466" y="1400783"/>
              <a:ext cx="1405962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2. Intent </a:t>
              </a:r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생성</a:t>
              </a:r>
              <a:endParaRPr 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1589C33-8868-9DC1-ADBD-59FE44A48039}"/>
              </a:ext>
            </a:extLst>
          </p:cNvPr>
          <p:cNvGrpSpPr/>
          <p:nvPr/>
        </p:nvGrpSpPr>
        <p:grpSpPr>
          <a:xfrm>
            <a:off x="4082485" y="1363713"/>
            <a:ext cx="1405962" cy="1136183"/>
            <a:chOff x="3711116" y="1400783"/>
            <a:chExt cx="1405962" cy="1136183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65E1E6FA-F6A2-A585-F218-B0DBDAF3BC4C}"/>
                </a:ext>
              </a:extLst>
            </p:cNvPr>
            <p:cNvSpPr/>
            <p:nvPr/>
          </p:nvSpPr>
          <p:spPr>
            <a:xfrm>
              <a:off x="3711116" y="1715359"/>
              <a:ext cx="1405962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1000" b="1"/>
                <a:t>전문가 검수 및 테스트로 정확도 검증</a:t>
              </a:r>
            </a:p>
          </p:txBody>
        </p:sp>
        <p:sp>
          <p:nvSpPr>
            <p:cNvPr id="12" name="Text 29">
              <a:extLst>
                <a:ext uri="{FF2B5EF4-FFF2-40B4-BE49-F238E27FC236}">
                  <a16:creationId xmlns:a16="http://schemas.microsoft.com/office/drawing/2014/main" id="{4B358136-1C26-57E6-D283-2C52C3921CEF}"/>
                </a:ext>
              </a:extLst>
            </p:cNvPr>
            <p:cNvSpPr txBox="1"/>
            <p:nvPr/>
          </p:nvSpPr>
          <p:spPr>
            <a:xfrm>
              <a:off x="3711116" y="1400783"/>
              <a:ext cx="1405962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3. </a:t>
              </a:r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검수</a:t>
              </a:r>
              <a:endParaRPr 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3123927-BA3E-B529-0321-45CE63A0D2A2}"/>
              </a:ext>
            </a:extLst>
          </p:cNvPr>
          <p:cNvGrpSpPr/>
          <p:nvPr/>
        </p:nvGrpSpPr>
        <p:grpSpPr>
          <a:xfrm>
            <a:off x="5794820" y="1363713"/>
            <a:ext cx="1405962" cy="1136183"/>
            <a:chOff x="5217888" y="1400783"/>
            <a:chExt cx="1405962" cy="1136183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5CA12347-E6D7-C5C3-139A-1ACB4DEF88B0}"/>
                </a:ext>
              </a:extLst>
            </p:cNvPr>
            <p:cNvSpPr/>
            <p:nvPr/>
          </p:nvSpPr>
          <p:spPr>
            <a:xfrm>
              <a:off x="5217888" y="1715359"/>
              <a:ext cx="1405962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1000" b="1"/>
                <a:t>Intent Pack </a:t>
              </a:r>
              <a:r>
                <a:rPr lang="ko-KR" altLang="en-US" sz="1000" b="1"/>
                <a:t>버전 생성 및 배포 </a:t>
              </a:r>
              <a:r>
                <a:rPr lang="en-US" altLang="ko-KR" sz="1000" b="1"/>
                <a:t>(Pack repository)</a:t>
              </a:r>
              <a:endParaRPr lang="ko-KR" altLang="en-US" sz="1000" b="1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AE7E3CDA-75F4-E357-030E-B93D0DC89711}"/>
                </a:ext>
              </a:extLst>
            </p:cNvPr>
            <p:cNvSpPr txBox="1"/>
            <p:nvPr/>
          </p:nvSpPr>
          <p:spPr>
            <a:xfrm>
              <a:off x="5217888" y="1400783"/>
              <a:ext cx="1405962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4. Pack </a:t>
              </a:r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배포</a:t>
              </a:r>
              <a:endParaRPr 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E9ABE1-2F39-35AD-ECD8-4D75880B3DB9}"/>
                </a:ext>
              </a:extLst>
            </p:cNvPr>
            <p:cNvSpPr txBox="1"/>
            <p:nvPr/>
          </p:nvSpPr>
          <p:spPr>
            <a:xfrm>
              <a:off x="5257980" y="2236884"/>
              <a:ext cx="1303656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900">
                <a:latin typeface="+mn-ea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53F86E6-42A1-E59F-A17C-985E2BD15B35}"/>
              </a:ext>
            </a:extLst>
          </p:cNvPr>
          <p:cNvGrpSpPr/>
          <p:nvPr/>
        </p:nvGrpSpPr>
        <p:grpSpPr>
          <a:xfrm>
            <a:off x="7507154" y="1363713"/>
            <a:ext cx="1405962" cy="1136183"/>
            <a:chOff x="6804173" y="1400783"/>
            <a:chExt cx="1405962" cy="1136183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36A7D26B-7378-91E4-12A9-4AF2C2785E34}"/>
                </a:ext>
              </a:extLst>
            </p:cNvPr>
            <p:cNvSpPr/>
            <p:nvPr/>
          </p:nvSpPr>
          <p:spPr>
            <a:xfrm>
              <a:off x="6804173" y="1715359"/>
              <a:ext cx="1405962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1000" b="1"/>
                <a:t>고객 내부망 </a:t>
              </a:r>
              <a:r>
                <a:rPr lang="en-US" altLang="ko-KR" sz="1000" b="1"/>
                <a:t>Pack Import</a:t>
              </a:r>
              <a:r>
                <a:rPr lang="ko-KR" altLang="en-US" sz="1000" b="1"/>
                <a:t> </a:t>
              </a:r>
              <a:r>
                <a:rPr lang="en-US" altLang="ko-KR" sz="1000" b="1"/>
                <a:t> </a:t>
              </a:r>
              <a:r>
                <a:rPr lang="ko-KR" altLang="en-US" sz="1000" b="1"/>
                <a:t>즉시 적용</a:t>
              </a:r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6F712FF5-6F24-AC4E-48AE-CDBF7DE0DC58}"/>
                </a:ext>
              </a:extLst>
            </p:cNvPr>
            <p:cNvSpPr txBox="1"/>
            <p:nvPr/>
          </p:nvSpPr>
          <p:spPr>
            <a:xfrm>
              <a:off x="6804173" y="1400783"/>
              <a:ext cx="1405962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5. Import/</a:t>
              </a:r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나눔고딕" pitchFamily="34" charset="-120"/>
                </a:rPr>
                <a:t>적용</a:t>
              </a:r>
              <a:endParaRPr 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6D958202-F48B-D119-86B2-1D93BDC08C50}"/>
              </a:ext>
            </a:extLst>
          </p:cNvPr>
          <p:cNvSpPr>
            <a:spLocks noGrp="1"/>
          </p:cNvSpPr>
          <p:nvPr/>
        </p:nvSpPr>
        <p:spPr>
          <a:xfrm>
            <a:off x="2169895" y="18470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DB6F9C7C-1951-2659-099A-AAAF980BB9EA}"/>
              </a:ext>
            </a:extLst>
          </p:cNvPr>
          <p:cNvSpPr>
            <a:spLocks noGrp="1"/>
          </p:cNvSpPr>
          <p:nvPr/>
        </p:nvSpPr>
        <p:spPr>
          <a:xfrm>
            <a:off x="3879246" y="18470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5421299F-908F-F5DA-4522-AB7454F58BF8}"/>
              </a:ext>
            </a:extLst>
          </p:cNvPr>
          <p:cNvSpPr>
            <a:spLocks noGrp="1"/>
          </p:cNvSpPr>
          <p:nvPr/>
        </p:nvSpPr>
        <p:spPr>
          <a:xfrm>
            <a:off x="5563884" y="18470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35C94CF3-3C69-1C93-C8A1-00E56F2743F5}"/>
              </a:ext>
            </a:extLst>
          </p:cNvPr>
          <p:cNvSpPr>
            <a:spLocks noGrp="1"/>
          </p:cNvSpPr>
          <p:nvPr/>
        </p:nvSpPr>
        <p:spPr>
          <a:xfrm>
            <a:off x="7289712" y="18470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8E6098-9191-35CA-9875-1F1330BF8F41}"/>
              </a:ext>
            </a:extLst>
          </p:cNvPr>
          <p:cNvSpPr txBox="1"/>
          <p:nvPr/>
        </p:nvSpPr>
        <p:spPr>
          <a:xfrm>
            <a:off x="830956" y="4204498"/>
            <a:ext cx="567783" cy="215444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신규 메뉴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E2DDE1-E123-9B0E-D7D7-2D86BB8CF4C2}"/>
              </a:ext>
            </a:extLst>
          </p:cNvPr>
          <p:cNvSpPr txBox="1"/>
          <p:nvPr/>
        </p:nvSpPr>
        <p:spPr>
          <a:xfrm>
            <a:off x="1529325" y="4204498"/>
            <a:ext cx="567783" cy="215444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신규 업무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981087-D462-392D-3117-5521141C34ED}"/>
              </a:ext>
            </a:extLst>
          </p:cNvPr>
          <p:cNvSpPr txBox="1"/>
          <p:nvPr/>
        </p:nvSpPr>
        <p:spPr>
          <a:xfrm>
            <a:off x="2220480" y="4204498"/>
            <a:ext cx="556563" cy="215444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/>
              <a:t>FAQ </a:t>
            </a:r>
            <a:r>
              <a:rPr lang="ko-KR" altLang="en-US"/>
              <a:t>추가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A6D072-6714-819F-47B4-1843C6E0BAEE}"/>
              </a:ext>
            </a:extLst>
          </p:cNvPr>
          <p:cNvSpPr txBox="1"/>
          <p:nvPr/>
        </p:nvSpPr>
        <p:spPr>
          <a:xfrm>
            <a:off x="2900416" y="4204498"/>
            <a:ext cx="567783" cy="215444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용어 변경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A79248C-EEC9-F7A8-E146-1CF6A5E2DE32}"/>
              </a:ext>
            </a:extLst>
          </p:cNvPr>
          <p:cNvSpPr/>
          <p:nvPr/>
        </p:nvSpPr>
        <p:spPr>
          <a:xfrm>
            <a:off x="728273" y="3284733"/>
            <a:ext cx="2883243" cy="1386121"/>
          </a:xfrm>
          <a:prstGeom prst="roundRect">
            <a:avLst>
              <a:gd name="adj" fmla="val 7511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 lIns="36000" tIns="108000" rIns="36000" bIns="36000" anchor="t"/>
          <a:lstStyle/>
          <a:p>
            <a:pPr algn="ctr"/>
            <a:r>
              <a:rPr lang="ko-KR" altLang="en-US" sz="1000" b="1"/>
              <a:t>고객 운영 중 변경 발생</a:t>
            </a:r>
            <a:endParaRPr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45EA2EE-3293-B59F-7AD1-8F617F2BE279}"/>
              </a:ext>
            </a:extLst>
          </p:cNvPr>
          <p:cNvSpPr/>
          <p:nvPr/>
        </p:nvSpPr>
        <p:spPr>
          <a:xfrm>
            <a:off x="5848090" y="3284733"/>
            <a:ext cx="2883243" cy="1386121"/>
          </a:xfrm>
          <a:prstGeom prst="roundRect">
            <a:avLst>
              <a:gd name="adj" fmla="val 7511"/>
            </a:avLst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 lIns="36000" tIns="108000" rIns="36000" bIns="36000" anchor="t"/>
          <a:lstStyle/>
          <a:p>
            <a:pPr algn="ctr"/>
            <a:r>
              <a:rPr lang="ko-KR" altLang="en-US" sz="1000" b="1"/>
              <a:t>지속적인 개선 사이클</a:t>
            </a:r>
            <a:endParaRPr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27F13E-9A5F-6590-6A11-3AAF10A86898}"/>
              </a:ext>
            </a:extLst>
          </p:cNvPr>
          <p:cNvSpPr txBox="1"/>
          <p:nvPr/>
        </p:nvSpPr>
        <p:spPr>
          <a:xfrm>
            <a:off x="5913682" y="3743533"/>
            <a:ext cx="814864" cy="260687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사용 로그 분석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C9EB43-649A-39A7-9552-95F218AC28D6}"/>
              </a:ext>
            </a:extLst>
          </p:cNvPr>
          <p:cNvSpPr txBox="1"/>
          <p:nvPr/>
        </p:nvSpPr>
        <p:spPr>
          <a:xfrm>
            <a:off x="6893984" y="3743533"/>
            <a:ext cx="814864" cy="260687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미응답</a:t>
            </a:r>
            <a:r>
              <a:rPr lang="en-US" altLang="ko-KR"/>
              <a:t>/</a:t>
            </a:r>
            <a:r>
              <a:rPr lang="ko-KR" altLang="en-US"/>
              <a:t>응답 분석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7793D8-DDD7-5A86-3C83-7C6ECA46ED44}"/>
              </a:ext>
            </a:extLst>
          </p:cNvPr>
          <p:cNvSpPr txBox="1"/>
          <p:nvPr/>
        </p:nvSpPr>
        <p:spPr>
          <a:xfrm>
            <a:off x="7874287" y="3743533"/>
            <a:ext cx="814864" cy="260687"/>
          </a:xfrm>
          <a:prstGeom prst="rect">
            <a:avLst/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-100" normalizeH="0" baseline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/>
              <a:t>Intent </a:t>
            </a:r>
            <a:r>
              <a:rPr lang="ko-KR" altLang="en-US"/>
              <a:t>보안</a:t>
            </a: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C24EDE7E-9A9D-DD71-831B-F36EAEFC73CC}"/>
              </a:ext>
            </a:extLst>
          </p:cNvPr>
          <p:cNvSpPr/>
          <p:nvPr/>
        </p:nvSpPr>
        <p:spPr>
          <a:xfrm>
            <a:off x="4000006" y="3636722"/>
            <a:ext cx="1465264" cy="857644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+mj-ea"/>
                <a:ea typeface="+mj-ea"/>
              </a:rPr>
              <a:t>JWP</a:t>
            </a:r>
            <a:r>
              <a:rPr lang="ko-KR" altLang="en-US" sz="1300">
                <a:latin typeface="+mj-ea"/>
                <a:ea typeface="+mj-ea"/>
              </a:rPr>
              <a:t>에 요청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D8926A7-4632-9AC7-C545-E2F2FC0948B9}"/>
              </a:ext>
            </a:extLst>
          </p:cNvPr>
          <p:cNvSpPr/>
          <p:nvPr/>
        </p:nvSpPr>
        <p:spPr>
          <a:xfrm>
            <a:off x="381000" y="5679830"/>
            <a:ext cx="9336270" cy="762000"/>
          </a:xfrm>
          <a:prstGeom prst="roundRect">
            <a:avLst/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고객은 요청만 하고</a:t>
            </a:r>
            <a:r>
              <a:rPr lang="en-US" altLang="ko-KR">
                <a:solidFill>
                  <a:schemeClr val="bg1"/>
                </a:solidFill>
              </a:rPr>
              <a:t>, JWP</a:t>
            </a:r>
            <a:r>
              <a:rPr lang="ko-KR" altLang="en-US">
                <a:solidFill>
                  <a:schemeClr val="bg1"/>
                </a:solidFill>
              </a:rPr>
              <a:t>가 최신 </a:t>
            </a:r>
            <a:r>
              <a:rPr lang="en-US" altLang="ko-KR">
                <a:solidFill>
                  <a:schemeClr val="bg1"/>
                </a:solidFill>
              </a:rPr>
              <a:t>Intent Pack</a:t>
            </a:r>
            <a:r>
              <a:rPr lang="ko-KR" altLang="en-US">
                <a:solidFill>
                  <a:schemeClr val="bg1"/>
                </a:solidFill>
              </a:rPr>
              <a:t>을 지속적으로 공급합니다</a:t>
            </a:r>
            <a:r>
              <a:rPr lang="en-US" altLang="ko-KR">
                <a:solidFill>
                  <a:schemeClr val="bg1"/>
                </a:solidFill>
              </a:rPr>
              <a:t>. </a:t>
            </a:r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60" name="그래픽 59" descr="목록 단색으로 채워진">
            <a:extLst>
              <a:ext uri="{FF2B5EF4-FFF2-40B4-BE49-F238E27FC236}">
                <a16:creationId xmlns:a16="http://schemas.microsoft.com/office/drawing/2014/main" id="{381E86B3-27FB-C7CF-7722-801D2C879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387" y="3793524"/>
            <a:ext cx="336201" cy="336201"/>
          </a:xfrm>
          <a:prstGeom prst="rect">
            <a:avLst/>
          </a:prstGeom>
        </p:spPr>
      </p:pic>
      <p:pic>
        <p:nvPicPr>
          <p:cNvPr id="62" name="그래픽 61" descr="고객 리뷰 단색으로 채워진">
            <a:extLst>
              <a:ext uri="{FF2B5EF4-FFF2-40B4-BE49-F238E27FC236}">
                <a16:creationId xmlns:a16="http://schemas.microsoft.com/office/drawing/2014/main" id="{26E58F4C-2469-DBF7-4F9F-DA1B7E50E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3583" y="3762932"/>
            <a:ext cx="352541" cy="352541"/>
          </a:xfrm>
          <a:prstGeom prst="rect">
            <a:avLst/>
          </a:prstGeom>
        </p:spPr>
      </p:pic>
      <p:pic>
        <p:nvPicPr>
          <p:cNvPr id="64" name="그래픽 63" descr="말풍선 단색으로 채워진">
            <a:extLst>
              <a:ext uri="{FF2B5EF4-FFF2-40B4-BE49-F238E27FC236}">
                <a16:creationId xmlns:a16="http://schemas.microsoft.com/office/drawing/2014/main" id="{D30B4115-E521-B286-BE7A-E8A1D9DCC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3261" y="3762932"/>
            <a:ext cx="352541" cy="352541"/>
          </a:xfrm>
          <a:prstGeom prst="rect">
            <a:avLst/>
          </a:prstGeom>
        </p:spPr>
      </p:pic>
      <p:pic>
        <p:nvPicPr>
          <p:cNvPr id="66" name="그래픽 65" descr="플레이북 단색으로 채워진">
            <a:extLst>
              <a:ext uri="{FF2B5EF4-FFF2-40B4-BE49-F238E27FC236}">
                <a16:creationId xmlns:a16="http://schemas.microsoft.com/office/drawing/2014/main" id="{B5C584C8-83BC-E972-C7A2-E5A16753B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1584" y="3762932"/>
            <a:ext cx="352541" cy="352541"/>
          </a:xfrm>
          <a:prstGeom prst="rect">
            <a:avLst/>
          </a:prstGeom>
        </p:spPr>
      </p:pic>
      <p:pic>
        <p:nvPicPr>
          <p:cNvPr id="68" name="그래픽 67" descr="화살표가 있는 원 단색으로 채워진">
            <a:extLst>
              <a:ext uri="{FF2B5EF4-FFF2-40B4-BE49-F238E27FC236}">
                <a16:creationId xmlns:a16="http://schemas.microsoft.com/office/drawing/2014/main" id="{6F605EB2-A301-5807-4F7A-39DAF8A87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1861" y="3993391"/>
            <a:ext cx="755703" cy="7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00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E702-642C-FD06-2A81-721324F2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482B838F-2EF0-46E1-29B8-470C64FC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10. Demo</a:t>
            </a:r>
            <a:r>
              <a:rPr lang="ko-KR" altLang="en-US"/>
              <a:t> </a:t>
            </a:r>
            <a:r>
              <a:rPr lang="en-US" altLang="ko-KR"/>
              <a:t>Scenario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D8A3E6-E021-B474-6C3E-355FF1C002EB}"/>
              </a:ext>
            </a:extLst>
          </p:cNvPr>
          <p:cNvGrpSpPr/>
          <p:nvPr/>
        </p:nvGrpSpPr>
        <p:grpSpPr>
          <a:xfrm>
            <a:off x="457446" y="1033513"/>
            <a:ext cx="1056320" cy="1136183"/>
            <a:chOff x="457446" y="1363713"/>
            <a:chExt cx="1056320" cy="1136183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EDEA54DB-A386-B38E-BADA-98A72AF5976F}"/>
                </a:ext>
              </a:extLst>
            </p:cNvPr>
            <p:cNvSpPr/>
            <p:nvPr/>
          </p:nvSpPr>
          <p:spPr>
            <a:xfrm>
              <a:off x="457446" y="1678289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J-Brain </a:t>
              </a:r>
              <a:r>
                <a:rPr lang="ko-KR" altLang="en-US" sz="900">
                  <a:latin typeface="+mj-ea"/>
                  <a:ea typeface="+mj-ea"/>
                </a:rPr>
                <a:t>신규 프로젝트와 기본 </a:t>
              </a:r>
              <a:r>
                <a:rPr lang="en-US" altLang="ko-KR" sz="900">
                  <a:latin typeface="+mj-ea"/>
                  <a:ea typeface="+mj-ea"/>
                </a:rPr>
                <a:t>Pack </a:t>
              </a:r>
              <a:r>
                <a:rPr lang="ko-KR" altLang="en-US" sz="900">
                  <a:latin typeface="+mj-ea"/>
                  <a:ea typeface="+mj-ea"/>
                </a:rPr>
                <a:t>초안생상</a:t>
              </a:r>
            </a:p>
          </p:txBody>
        </p:sp>
        <p:sp>
          <p:nvSpPr>
            <p:cNvPr id="3" name="Text 29">
              <a:extLst>
                <a:ext uri="{FF2B5EF4-FFF2-40B4-BE49-F238E27FC236}">
                  <a16:creationId xmlns:a16="http://schemas.microsoft.com/office/drawing/2014/main" id="{26223AD8-5EBB-1C41-F4DF-B0A26EA7A697}"/>
                </a:ext>
              </a:extLst>
            </p:cNvPr>
            <p:cNvSpPr txBox="1"/>
            <p:nvPr/>
          </p:nvSpPr>
          <p:spPr>
            <a:xfrm>
              <a:off x="457446" y="1363713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1.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프로젝트 생성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D1E3B40-AA2F-EA70-B547-B8136BF78E97}"/>
              </a:ext>
            </a:extLst>
          </p:cNvPr>
          <p:cNvGrpSpPr/>
          <p:nvPr/>
        </p:nvGrpSpPr>
        <p:grpSpPr>
          <a:xfrm>
            <a:off x="1816510" y="1033513"/>
            <a:ext cx="1056320" cy="1136183"/>
            <a:chOff x="1873693" y="1363713"/>
            <a:chExt cx="1056320" cy="1136183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F801A349-FEBE-21B5-B31D-09CE6E8DEEE1}"/>
                </a:ext>
              </a:extLst>
            </p:cNvPr>
            <p:cNvSpPr/>
            <p:nvPr/>
          </p:nvSpPr>
          <p:spPr>
            <a:xfrm>
              <a:off x="1873693" y="1678289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문서 업로드</a:t>
              </a:r>
              <a:r>
                <a:rPr lang="en-US" altLang="ko-KR" sz="900">
                  <a:latin typeface="+mj-ea"/>
                  <a:ea typeface="+mj-ea"/>
                </a:rPr>
                <a:t>, Source </a:t>
              </a:r>
              <a:r>
                <a:rPr lang="ko-KR" altLang="en-US" sz="900">
                  <a:latin typeface="+mj-ea"/>
                  <a:ea typeface="+mj-ea"/>
                </a:rPr>
                <a:t>분류</a:t>
              </a:r>
              <a:r>
                <a:rPr lang="en-US" altLang="ko-KR" sz="900">
                  <a:latin typeface="+mj-ea"/>
                  <a:ea typeface="+mj-ea"/>
                </a:rPr>
                <a:t>, </a:t>
              </a:r>
              <a:r>
                <a:rPr lang="ko-KR" altLang="en-US" sz="900">
                  <a:latin typeface="+mj-ea"/>
                  <a:ea typeface="+mj-ea"/>
                </a:rPr>
                <a:t>검색 준비 데이터 구성</a:t>
              </a:r>
              <a:endParaRPr lang="ko-KR" altLang="en-US" sz="1000" b="1">
                <a:latin typeface="+mj-ea"/>
                <a:ea typeface="+mj-ea"/>
              </a:endParaRPr>
            </a:p>
          </p:txBody>
        </p:sp>
        <p:sp>
          <p:nvSpPr>
            <p:cNvPr id="8" name="Text 29">
              <a:extLst>
                <a:ext uri="{FF2B5EF4-FFF2-40B4-BE49-F238E27FC236}">
                  <a16:creationId xmlns:a16="http://schemas.microsoft.com/office/drawing/2014/main" id="{BDEE73EC-168C-9992-57AE-DB982F7EECBB}"/>
                </a:ext>
              </a:extLst>
            </p:cNvPr>
            <p:cNvSpPr txBox="1"/>
            <p:nvPr/>
          </p:nvSpPr>
          <p:spPr>
            <a:xfrm>
              <a:off x="1873693" y="1363713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2.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지식 자료 등록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EF6A457-F327-D973-0075-BD0C188ECDAF}"/>
              </a:ext>
            </a:extLst>
          </p:cNvPr>
          <p:cNvGrpSpPr/>
          <p:nvPr/>
        </p:nvGrpSpPr>
        <p:grpSpPr>
          <a:xfrm>
            <a:off x="3175574" y="1033513"/>
            <a:ext cx="1056320" cy="1136183"/>
            <a:chOff x="3301140" y="1385637"/>
            <a:chExt cx="1056320" cy="1136183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2E537EC7-9917-1E62-7CB9-4964166EFDFD}"/>
                </a:ext>
              </a:extLst>
            </p:cNvPr>
            <p:cNvSpPr/>
            <p:nvPr/>
          </p:nvSpPr>
          <p:spPr>
            <a:xfrm>
              <a:off x="3301140" y="1700213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Intent</a:t>
              </a:r>
              <a:r>
                <a:rPr lang="ko-KR" altLang="en-US" sz="900">
                  <a:latin typeface="+mj-ea"/>
                  <a:ea typeface="+mj-ea"/>
                </a:rPr>
                <a:t>ㆍ</a:t>
              </a:r>
              <a:r>
                <a:rPr lang="en-US" altLang="ko-KR" sz="900">
                  <a:latin typeface="+mj-ea"/>
                  <a:ea typeface="+mj-ea"/>
                </a:rPr>
                <a:t>Entity</a:t>
              </a:r>
              <a:r>
                <a:rPr lang="ko-KR" altLang="en-US" sz="900">
                  <a:latin typeface="+mj-ea"/>
                </a:rPr>
                <a:t> ㆍ</a:t>
              </a:r>
              <a:r>
                <a:rPr lang="en-US" altLang="ko-KR" sz="900">
                  <a:latin typeface="+mj-ea"/>
                </a:rPr>
                <a:t>Synonym </a:t>
              </a:r>
              <a:r>
                <a:rPr lang="ko-KR" altLang="en-US" sz="900">
                  <a:latin typeface="+mj-ea"/>
                </a:rPr>
                <a:t>후보 검토 및 핵심 의도 확정</a:t>
              </a:r>
              <a:endParaRPr lang="ko-KR" altLang="en-US" sz="900">
                <a:latin typeface="+mj-ea"/>
                <a:ea typeface="+mj-ea"/>
              </a:endParaRPr>
            </a:p>
          </p:txBody>
        </p:sp>
        <p:sp>
          <p:nvSpPr>
            <p:cNvPr id="12" name="Text 29">
              <a:extLst>
                <a:ext uri="{FF2B5EF4-FFF2-40B4-BE49-F238E27FC236}">
                  <a16:creationId xmlns:a16="http://schemas.microsoft.com/office/drawing/2014/main" id="{FDD915D7-5387-F709-4CD4-D62BB67AF52B}"/>
                </a:ext>
              </a:extLst>
            </p:cNvPr>
            <p:cNvSpPr txBox="1"/>
            <p:nvPr/>
          </p:nvSpPr>
          <p:spPr>
            <a:xfrm>
              <a:off x="3301140" y="1385637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3.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의도 설계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F2D94E3-833F-9AC6-E299-6D592291A5ED}"/>
              </a:ext>
            </a:extLst>
          </p:cNvPr>
          <p:cNvGrpSpPr/>
          <p:nvPr/>
        </p:nvGrpSpPr>
        <p:grpSpPr>
          <a:xfrm>
            <a:off x="4534638" y="1033513"/>
            <a:ext cx="1056320" cy="1136183"/>
            <a:chOff x="4703497" y="1387951"/>
            <a:chExt cx="1056320" cy="1136183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A4DEF7AB-70DE-407D-176B-206E070E4598}"/>
                </a:ext>
              </a:extLst>
            </p:cNvPr>
            <p:cNvSpPr/>
            <p:nvPr/>
          </p:nvSpPr>
          <p:spPr>
            <a:xfrm>
              <a:off x="4703497" y="1702527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FAQ, </a:t>
              </a:r>
              <a:r>
                <a:rPr lang="ko-KR" altLang="en-US" sz="900">
                  <a:latin typeface="+mj-ea"/>
                  <a:ea typeface="+mj-ea"/>
                </a:rPr>
                <a:t>답변 근거</a:t>
              </a:r>
              <a:r>
                <a:rPr lang="en-US" altLang="ko-KR" sz="900">
                  <a:latin typeface="+mj-ea"/>
                  <a:ea typeface="+mj-ea"/>
                </a:rPr>
                <a:t>, </a:t>
              </a:r>
              <a:r>
                <a:rPr lang="ko-KR" altLang="en-US" sz="900">
                  <a:latin typeface="+mj-ea"/>
                  <a:ea typeface="+mj-ea"/>
                </a:rPr>
                <a:t>화면 이동</a:t>
              </a:r>
              <a:r>
                <a:rPr lang="en-US" altLang="ko-KR" sz="900">
                  <a:latin typeface="+mj-ea"/>
                  <a:ea typeface="+mj-ea"/>
                </a:rPr>
                <a:t>/</a:t>
              </a:r>
              <a:r>
                <a:rPr lang="ko-KR" altLang="en-US" sz="900">
                  <a:latin typeface="+mj-ea"/>
                  <a:ea typeface="+mj-ea"/>
                </a:rPr>
                <a:t>실행 </a:t>
              </a:r>
              <a:r>
                <a:rPr lang="en-US" altLang="ko-KR" sz="900">
                  <a:latin typeface="+mj-ea"/>
                  <a:ea typeface="+mj-ea"/>
                </a:rPr>
                <a:t>Action </a:t>
              </a:r>
              <a:r>
                <a:rPr lang="ko-KR" altLang="en-US" sz="900">
                  <a:latin typeface="+mj-ea"/>
                  <a:ea typeface="+mj-ea"/>
                </a:rPr>
                <a:t>매핑</a:t>
              </a:r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98EA9294-3623-0F48-F409-E5FA328B8F24}"/>
                </a:ext>
              </a:extLst>
            </p:cNvPr>
            <p:cNvSpPr txBox="1"/>
            <p:nvPr/>
          </p:nvSpPr>
          <p:spPr>
            <a:xfrm>
              <a:off x="4703497" y="1387951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4. FAQ &amp; Action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연경</a:t>
              </a:r>
              <a:endParaRPr lang="en-US" sz="1050" b="1" dirty="0"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05FD2A0-A165-B044-2E88-CF8A3A5DDBFC}"/>
                </a:ext>
              </a:extLst>
            </p:cNvPr>
            <p:cNvSpPr txBox="1"/>
            <p:nvPr/>
          </p:nvSpPr>
          <p:spPr>
            <a:xfrm>
              <a:off x="4733619" y="2224052"/>
              <a:ext cx="979456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900">
                <a:latin typeface="+mj-ea"/>
                <a:ea typeface="+mj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771A3BD-5564-618C-CFCA-C788E8D627A6}"/>
              </a:ext>
            </a:extLst>
          </p:cNvPr>
          <p:cNvGrpSpPr/>
          <p:nvPr/>
        </p:nvGrpSpPr>
        <p:grpSpPr>
          <a:xfrm>
            <a:off x="5893702" y="1033513"/>
            <a:ext cx="1056320" cy="1136183"/>
            <a:chOff x="6144833" y="1374634"/>
            <a:chExt cx="1056320" cy="1136183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4070FF7E-EDEC-B5BF-99E9-9E3317857D2B}"/>
                </a:ext>
              </a:extLst>
            </p:cNvPr>
            <p:cNvSpPr/>
            <p:nvPr/>
          </p:nvSpPr>
          <p:spPr>
            <a:xfrm>
              <a:off x="6144833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품질 체크 후 </a:t>
              </a:r>
              <a:r>
                <a:rPr lang="en-US" altLang="ko-KR" sz="900">
                  <a:latin typeface="+mj-ea"/>
                  <a:ea typeface="+mj-ea"/>
                </a:rPr>
                <a:t>Intent Pack </a:t>
              </a:r>
              <a:r>
                <a:rPr lang="ko-KR" altLang="en-US" sz="900">
                  <a:latin typeface="+mj-ea"/>
                  <a:ea typeface="+mj-ea"/>
                </a:rPr>
                <a:t>생성 및 배포 파일 준비</a:t>
              </a:r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EAACD700-B15E-747C-EEBE-DBB0FFA9E5DE}"/>
                </a:ext>
              </a:extLst>
            </p:cNvPr>
            <p:cNvSpPr txBox="1"/>
            <p:nvPr/>
          </p:nvSpPr>
          <p:spPr>
            <a:xfrm>
              <a:off x="6144833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5. Pack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 검증 빌드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6A9EF4C-4620-189F-0756-F72B595C350B}"/>
              </a:ext>
            </a:extLst>
          </p:cNvPr>
          <p:cNvSpPr>
            <a:spLocks noGrp="1"/>
          </p:cNvSpPr>
          <p:nvPr/>
        </p:nvSpPr>
        <p:spPr>
          <a:xfrm>
            <a:off x="1630612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20EBCE96-9F28-8E6D-C78B-937DEDCBAAD6}"/>
              </a:ext>
            </a:extLst>
          </p:cNvPr>
          <p:cNvSpPr>
            <a:spLocks noGrp="1"/>
          </p:cNvSpPr>
          <p:nvPr/>
        </p:nvSpPr>
        <p:spPr>
          <a:xfrm>
            <a:off x="2953072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0901E0F1-A6E5-B490-24FD-DCAD67649B8D}"/>
              </a:ext>
            </a:extLst>
          </p:cNvPr>
          <p:cNvSpPr>
            <a:spLocks noGrp="1"/>
          </p:cNvSpPr>
          <p:nvPr/>
        </p:nvSpPr>
        <p:spPr>
          <a:xfrm>
            <a:off x="4332819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74889C1B-0D30-C693-321E-51B0E8FA3099}"/>
              </a:ext>
            </a:extLst>
          </p:cNvPr>
          <p:cNvSpPr>
            <a:spLocks noGrp="1"/>
          </p:cNvSpPr>
          <p:nvPr/>
        </p:nvSpPr>
        <p:spPr>
          <a:xfrm>
            <a:off x="5675783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760B92-0E05-83BD-0E87-D145B5D42C12}"/>
              </a:ext>
            </a:extLst>
          </p:cNvPr>
          <p:cNvGrpSpPr/>
          <p:nvPr/>
        </p:nvGrpSpPr>
        <p:grpSpPr>
          <a:xfrm>
            <a:off x="7252766" y="1033513"/>
            <a:ext cx="1056320" cy="1136183"/>
            <a:chOff x="7555510" y="1374634"/>
            <a:chExt cx="1056320" cy="1136183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300ABFAC-F8C5-479E-4FC0-4FFBE441C11D}"/>
                </a:ext>
              </a:extLst>
            </p:cNvPr>
            <p:cNvSpPr/>
            <p:nvPr/>
          </p:nvSpPr>
          <p:spPr>
            <a:xfrm>
              <a:off x="7555510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질문 입력부터 </a:t>
              </a:r>
              <a:r>
                <a:rPr lang="en-US" altLang="ko-KR" sz="900">
                  <a:latin typeface="+mj-ea"/>
                  <a:ea typeface="+mj-ea"/>
                </a:rPr>
                <a:t>Intent </a:t>
              </a:r>
              <a:r>
                <a:rPr lang="ko-KR" altLang="en-US" sz="900">
                  <a:latin typeface="+mj-ea"/>
                  <a:ea typeface="+mj-ea"/>
                </a:rPr>
                <a:t>매칭</a:t>
              </a:r>
              <a:r>
                <a:rPr lang="ko-KR" altLang="en-US" sz="900">
                  <a:latin typeface="+mj-ea"/>
                </a:rPr>
                <a:t> ㆍ</a:t>
              </a:r>
              <a:r>
                <a:rPr lang="en-US" altLang="ko-KR" sz="900">
                  <a:latin typeface="+mj-ea"/>
                </a:rPr>
                <a:t>Action </a:t>
              </a:r>
              <a:r>
                <a:rPr lang="ko-KR" altLang="en-US" sz="900">
                  <a:latin typeface="+mj-ea"/>
                </a:rPr>
                <a:t>응답까지 실시간 검증</a:t>
              </a:r>
              <a:endParaRPr lang="ko-KR" altLang="en-US" sz="900">
                <a:latin typeface="+mj-ea"/>
                <a:ea typeface="+mj-ea"/>
              </a:endParaRPr>
            </a:p>
          </p:txBody>
        </p:sp>
        <p:sp>
          <p:nvSpPr>
            <p:cNvPr id="5" name="Text 29">
              <a:extLst>
                <a:ext uri="{FF2B5EF4-FFF2-40B4-BE49-F238E27FC236}">
                  <a16:creationId xmlns:a16="http://schemas.microsoft.com/office/drawing/2014/main" id="{BFF2D9A1-EE25-C0A1-A3A8-BDA92234850E}"/>
                </a:ext>
              </a:extLst>
            </p:cNvPr>
            <p:cNvSpPr txBox="1"/>
            <p:nvPr/>
          </p:nvSpPr>
          <p:spPr>
            <a:xfrm>
              <a:off x="7555510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6. Runtime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시뮬레이션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10A70EF-9EB7-8F95-A737-F2BE3E13581A}"/>
              </a:ext>
            </a:extLst>
          </p:cNvPr>
          <p:cNvSpPr>
            <a:spLocks noGrp="1"/>
          </p:cNvSpPr>
          <p:nvPr/>
        </p:nvSpPr>
        <p:spPr>
          <a:xfrm>
            <a:off x="7031752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FDD918-E640-A67B-3F06-E336FF880022}"/>
              </a:ext>
            </a:extLst>
          </p:cNvPr>
          <p:cNvGrpSpPr/>
          <p:nvPr/>
        </p:nvGrpSpPr>
        <p:grpSpPr>
          <a:xfrm>
            <a:off x="8611830" y="1033513"/>
            <a:ext cx="1056320" cy="1136183"/>
            <a:chOff x="8919295" y="1374634"/>
            <a:chExt cx="1056320" cy="1136183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425524FC-23CA-DA7F-3FD5-D990641E4D6E}"/>
                </a:ext>
              </a:extLst>
            </p:cNvPr>
            <p:cNvSpPr/>
            <p:nvPr/>
          </p:nvSpPr>
          <p:spPr>
            <a:xfrm>
              <a:off x="8919295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탄소중립 플랫폼 연계 </a:t>
              </a:r>
              <a:r>
                <a:rPr lang="en-US" altLang="ko-KR" sz="900">
                  <a:latin typeface="+mj-ea"/>
                  <a:ea typeface="+mj-ea"/>
                </a:rPr>
                <a:t>Q&amp;A </a:t>
              </a:r>
              <a:r>
                <a:rPr lang="ko-KR" altLang="en-US" sz="900">
                  <a:latin typeface="+mj-ea"/>
                  <a:ea typeface="+mj-ea"/>
                </a:rPr>
                <a:t>및 운영 시나리오 데모</a:t>
              </a:r>
            </a:p>
          </p:txBody>
        </p:sp>
        <p:sp>
          <p:nvSpPr>
            <p:cNvPr id="10" name="Text 29">
              <a:extLst>
                <a:ext uri="{FF2B5EF4-FFF2-40B4-BE49-F238E27FC236}">
                  <a16:creationId xmlns:a16="http://schemas.microsoft.com/office/drawing/2014/main" id="{6F036DF5-1349-262E-446F-8CB9BAE98974}"/>
                </a:ext>
              </a:extLst>
            </p:cNvPr>
            <p:cNvSpPr txBox="1"/>
            <p:nvPr/>
          </p:nvSpPr>
          <p:spPr>
            <a:xfrm>
              <a:off x="8919295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7.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서비스 시연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30E7DA6-9AB9-6546-6182-0B1C76AA5EC9}"/>
              </a:ext>
            </a:extLst>
          </p:cNvPr>
          <p:cNvSpPr>
            <a:spLocks noGrp="1"/>
          </p:cNvSpPr>
          <p:nvPr/>
        </p:nvSpPr>
        <p:spPr>
          <a:xfrm>
            <a:off x="8387723" y="1516830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856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647275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">
  <a:themeElements>
    <a:clrScheme name="보라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나눔스퀘어">
      <a:majorFont>
        <a:latin typeface="나눔스퀘어 Bold"/>
        <a:ea typeface="나눔스퀘어 Bold"/>
        <a:cs typeface=""/>
      </a:majorFont>
      <a:minorFont>
        <a:latin typeface="나눔스퀘어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ITLE">
  <a:themeElements>
    <a:clrScheme name="보라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51820</TotalTime>
  <Words>2267</Words>
  <Application>Microsoft Macintosh PowerPoint</Application>
  <PresentationFormat>A4 용지(210x297mm)</PresentationFormat>
  <Paragraphs>613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-apple-system</vt:lpstr>
      <vt:lpstr>Malgun Gothic</vt:lpstr>
      <vt:lpstr>Malgun Gothic</vt:lpstr>
      <vt:lpstr>Malgun Gothic Semilight</vt:lpstr>
      <vt:lpstr>NanumBarunGothicOTF</vt:lpstr>
      <vt:lpstr>NanumSquare</vt:lpstr>
      <vt:lpstr>Arial</vt:lpstr>
      <vt:lpstr>Calibri</vt:lpstr>
      <vt:lpstr>Wingdings</vt:lpstr>
      <vt:lpstr>1_TITLE</vt:lpstr>
      <vt:lpstr>3_TITLE</vt:lpstr>
      <vt:lpstr>PowerPoint 프레젠테이션</vt:lpstr>
      <vt:lpstr>1. 보고 목적</vt:lpstr>
      <vt:lpstr>2. 배경</vt:lpstr>
      <vt:lpstr>3. 문제 정의</vt:lpstr>
      <vt:lpstr>4. 목표</vt:lpstr>
      <vt:lpstr>5. 전체 기능 구성도</vt:lpstr>
      <vt:lpstr>6. 아키텍쳐</vt:lpstr>
      <vt:lpstr>7. 기술 스택</vt:lpstr>
      <vt:lpstr>8. ERD 및 테이블 정의서</vt:lpstr>
      <vt:lpstr>9. Intent Factory 운영 모델</vt:lpstr>
      <vt:lpstr>10. Demo Scenario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jwp</dc:creator>
  <cp:lastModifiedBy>황병철</cp:lastModifiedBy>
  <cp:revision>2357</cp:revision>
  <cp:lastPrinted>2026-03-17T02:33:53Z</cp:lastPrinted>
  <dcterms:created xsi:type="dcterms:W3CDTF">2022-04-15T15:03:49Z</dcterms:created>
  <dcterms:modified xsi:type="dcterms:W3CDTF">2026-07-10T00:20:49Z</dcterms:modified>
</cp:coreProperties>
</file>